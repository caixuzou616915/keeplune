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9"/>
  </p:notesMasterIdLst>
  <p:sldIdLst>
    <p:sldId id="256" r:id="rId5"/>
    <p:sldId id="297" r:id="rId6"/>
    <p:sldId id="259" r:id="rId7"/>
    <p:sldId id="296" r:id="rId8"/>
  </p:sldIdLst>
  <p:sldSz cx="12192000" cy="6858000"/>
  <p:notesSz cx="6858000" cy="9144000"/>
  <p:embeddedFontLst>
    <p:embeddedFont>
      <p:font typeface="AUMOVIO Office" panose="020B0502040504020204" pitchFamily="3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D26027-75B0-922F-87AA-A84CE5E1DA28}" name="Weidermann, Urs" initials="UW" userId="S::uidb7087@contiwan.com::ba5938d0-1360-420f-8284-6b318760079b" providerId="AD"/>
  <p188:author id="{56D0BB3B-E000-33F7-27EB-B47B4B68F018}" name="Fillenberg, Sebastian" initials="SF" userId="S::uidu1712@contiwan.com::422040a8-e24a-4dba-b805-82b0ebfd71d5" providerId="AD"/>
  <p188:author id="{53404B7E-AF68-117B-1F06-DB1E8630FEAF}" name="le Carpentier, Gaelle" initials="Gl" userId="S::uia01302@contiwan.com::25b6877e-b269-4d3f-8f39-d2100839a45e" providerId="AD"/>
  <p188:author id="{2F5700ED-683F-7723-6117-593E539D2645}" name="Butschle, Nicole" initials="NB" userId="S::uidt4927@contiwan.com::17ee974f-74ca-438f-8624-7b079e09a8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16B69E"/>
    <a:srgbClr val="178BBD"/>
    <a:srgbClr val="E9EEF2"/>
    <a:srgbClr val="FF4108"/>
    <a:srgbClr val="FF4208"/>
    <a:srgbClr val="787878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UMOVIO Office" panose="020B0502040504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UMOVIO Office" panose="020B0502040504020204" pitchFamily="34" charset="0"/>
              </a:defRPr>
            </a:lvl1pPr>
          </a:lstStyle>
          <a:p>
            <a:fld id="{591C226C-1D1A-A14F-B94F-D5036FCDC30B}" type="datetimeFigureOut">
              <a:rPr lang="de-DE" smtClean="0"/>
              <a:pPr/>
              <a:t>08.09.2026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UMOVIO Office" panose="020B05020405040202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UMOVIO Office" panose="020B0502040504020204" pitchFamily="34" charset="0"/>
              </a:defRPr>
            </a:lvl1pPr>
          </a:lstStyle>
          <a:p>
            <a:fld id="{5C66A333-86DE-F94D-AC27-E81CF303670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1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6A333-86DE-F94D-AC27-E81CF303670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38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6A333-86DE-F94D-AC27-E81CF30367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6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6A333-86DE-F94D-AC27-E81CF303670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65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22715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rgbClr val="FF4208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22714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8412"/>
            <a:ext cx="11522075" cy="1802045"/>
          </a:xfrm>
        </p:spPr>
        <p:txBody>
          <a:bodyPr/>
          <a:lstStyle>
            <a:lvl1pPr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3176588"/>
            <a:ext cx="11522075" cy="1160896"/>
          </a:xfrm>
        </p:spPr>
        <p:txBody>
          <a:bodyPr/>
          <a:lstStyle>
            <a:lvl1pPr>
              <a:defRPr sz="30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F4A5729-DD57-1231-7F18-D280F49E1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648" y="5866580"/>
            <a:ext cx="6428390" cy="358776"/>
          </a:xfrm>
        </p:spPr>
        <p:txBody>
          <a:bodyPr anchor="b"/>
          <a:lstStyle>
            <a:lvl1pPr algn="r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pic>
        <p:nvPicPr>
          <p:cNvPr id="6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823C021-EC0D-F2E4-CAE2-1F857B3D84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2F8D84-0AEC-E97C-9B0A-1F7D55C29D52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407494239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orient="horz" pos="20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34" descr="Ein Bild, das orange, Farbigkeit, Bernstein, Pfirsich enthält.&#10;&#10;KI-generierte Inhalte können fehlerhaft sein.">
            <a:extLst>
              <a:ext uri="{FF2B5EF4-FFF2-40B4-BE49-F238E27FC236}">
                <a16:creationId xmlns:a16="http://schemas.microsoft.com/office/drawing/2014/main" id="{EFAE64EA-62E9-05E8-217A-73CD517E9D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8412"/>
            <a:ext cx="11522075" cy="1802045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3176588"/>
            <a:ext cx="11522075" cy="1160895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791FD8EC-3B7B-4102-01D0-C49D65B19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pic>
        <p:nvPicPr>
          <p:cNvPr id="3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3CDCF53B-EF57-C822-0264-171EC67512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432EF687-5A16-B92E-4DA0-6760590D9964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10954004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orient="horz" pos="20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big picture) 0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8478180D-4E39-FD9C-F53A-3CCA0B8BD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2948099 w 12191999"/>
              <a:gd name="connsiteY0" fmla="*/ 387177 h 6857999"/>
              <a:gd name="connsiteX1" fmla="*/ 3060726 w 12191999"/>
              <a:gd name="connsiteY1" fmla="*/ 503025 h 6857999"/>
              <a:gd name="connsiteX2" fmla="*/ 2948099 w 12191999"/>
              <a:gd name="connsiteY2" fmla="*/ 618873 h 6857999"/>
              <a:gd name="connsiteX3" fmla="*/ 2835930 w 12191999"/>
              <a:gd name="connsiteY3" fmla="*/ 503025 h 6857999"/>
              <a:gd name="connsiteX4" fmla="*/ 2948099 w 12191999"/>
              <a:gd name="connsiteY4" fmla="*/ 387177 h 6857999"/>
              <a:gd name="connsiteX5" fmla="*/ 2174819 w 12191999"/>
              <a:gd name="connsiteY5" fmla="*/ 387177 h 6857999"/>
              <a:gd name="connsiteX6" fmla="*/ 2287446 w 12191999"/>
              <a:gd name="connsiteY6" fmla="*/ 503025 h 6857999"/>
              <a:gd name="connsiteX7" fmla="*/ 2174819 w 12191999"/>
              <a:gd name="connsiteY7" fmla="*/ 618873 h 6857999"/>
              <a:gd name="connsiteX8" fmla="*/ 2062650 w 12191999"/>
              <a:gd name="connsiteY8" fmla="*/ 503025 h 6857999"/>
              <a:gd name="connsiteX9" fmla="*/ 2174819 w 12191999"/>
              <a:gd name="connsiteY9" fmla="*/ 387177 h 6857999"/>
              <a:gd name="connsiteX10" fmla="*/ 1098875 w 12191999"/>
              <a:gd name="connsiteY10" fmla="*/ 366889 h 6857999"/>
              <a:gd name="connsiteX11" fmla="*/ 1103433 w 12191999"/>
              <a:gd name="connsiteY11" fmla="*/ 366889 h 6857999"/>
              <a:gd name="connsiteX12" fmla="*/ 1159518 w 12191999"/>
              <a:gd name="connsiteY12" fmla="*/ 542690 h 6857999"/>
              <a:gd name="connsiteX13" fmla="*/ 1043699 w 12191999"/>
              <a:gd name="connsiteY13" fmla="*/ 542690 h 6857999"/>
              <a:gd name="connsiteX14" fmla="*/ 2680793 w 12191999"/>
              <a:gd name="connsiteY14" fmla="*/ 345253 h 6857999"/>
              <a:gd name="connsiteX15" fmla="*/ 2680793 w 12191999"/>
              <a:gd name="connsiteY15" fmla="*/ 660792 h 6857999"/>
              <a:gd name="connsiteX16" fmla="*/ 2735512 w 12191999"/>
              <a:gd name="connsiteY16" fmla="*/ 660792 h 6857999"/>
              <a:gd name="connsiteX17" fmla="*/ 2735512 w 12191999"/>
              <a:gd name="connsiteY17" fmla="*/ 345253 h 6857999"/>
              <a:gd name="connsiteX18" fmla="*/ 2348643 w 12191999"/>
              <a:gd name="connsiteY18" fmla="*/ 345253 h 6857999"/>
              <a:gd name="connsiteX19" fmla="*/ 2452605 w 12191999"/>
              <a:gd name="connsiteY19" fmla="*/ 660792 h 6857999"/>
              <a:gd name="connsiteX20" fmla="*/ 2546988 w 12191999"/>
              <a:gd name="connsiteY20" fmla="*/ 660792 h 6857999"/>
              <a:gd name="connsiteX21" fmla="*/ 2652322 w 12191999"/>
              <a:gd name="connsiteY21" fmla="*/ 345253 h 6857999"/>
              <a:gd name="connsiteX22" fmla="*/ 2593956 w 12191999"/>
              <a:gd name="connsiteY22" fmla="*/ 345253 h 6857999"/>
              <a:gd name="connsiteX23" fmla="*/ 2502306 w 12191999"/>
              <a:gd name="connsiteY23" fmla="*/ 639155 h 6857999"/>
              <a:gd name="connsiteX24" fmla="*/ 2497744 w 12191999"/>
              <a:gd name="connsiteY24" fmla="*/ 639155 h 6857999"/>
              <a:gd name="connsiteX25" fmla="*/ 2407008 w 12191999"/>
              <a:gd name="connsiteY25" fmla="*/ 345253 h 6857999"/>
              <a:gd name="connsiteX26" fmla="*/ 1600442 w 12191999"/>
              <a:gd name="connsiteY26" fmla="*/ 345252 h 6857999"/>
              <a:gd name="connsiteX27" fmla="*/ 1600442 w 12191999"/>
              <a:gd name="connsiteY27" fmla="*/ 660792 h 6857999"/>
              <a:gd name="connsiteX28" fmla="*/ 1655162 w 12191999"/>
              <a:gd name="connsiteY28" fmla="*/ 660792 h 6857999"/>
              <a:gd name="connsiteX29" fmla="*/ 1655162 w 12191999"/>
              <a:gd name="connsiteY29" fmla="*/ 366889 h 6857999"/>
              <a:gd name="connsiteX30" fmla="*/ 1660638 w 12191999"/>
              <a:gd name="connsiteY30" fmla="*/ 366889 h 6857999"/>
              <a:gd name="connsiteX31" fmla="*/ 1732227 w 12191999"/>
              <a:gd name="connsiteY31" fmla="*/ 660792 h 6857999"/>
              <a:gd name="connsiteX32" fmla="*/ 1826610 w 12191999"/>
              <a:gd name="connsiteY32" fmla="*/ 660792 h 6857999"/>
              <a:gd name="connsiteX33" fmla="*/ 1901847 w 12191999"/>
              <a:gd name="connsiteY33" fmla="*/ 366889 h 6857999"/>
              <a:gd name="connsiteX34" fmla="*/ 1907323 w 12191999"/>
              <a:gd name="connsiteY34" fmla="*/ 366889 h 6857999"/>
              <a:gd name="connsiteX35" fmla="*/ 1907323 w 12191999"/>
              <a:gd name="connsiteY35" fmla="*/ 660792 h 6857999"/>
              <a:gd name="connsiteX36" fmla="*/ 1962042 w 12191999"/>
              <a:gd name="connsiteY36" fmla="*/ 660792 h 6857999"/>
              <a:gd name="connsiteX37" fmla="*/ 1962042 w 12191999"/>
              <a:gd name="connsiteY37" fmla="*/ 345252 h 6857999"/>
              <a:gd name="connsiteX38" fmla="*/ 1858982 w 12191999"/>
              <a:gd name="connsiteY38" fmla="*/ 345252 h 6857999"/>
              <a:gd name="connsiteX39" fmla="*/ 1782386 w 12191999"/>
              <a:gd name="connsiteY39" fmla="*/ 639155 h 6857999"/>
              <a:gd name="connsiteX40" fmla="*/ 1777825 w 12191999"/>
              <a:gd name="connsiteY40" fmla="*/ 639155 h 6857999"/>
              <a:gd name="connsiteX41" fmla="*/ 1708508 w 12191999"/>
              <a:gd name="connsiteY41" fmla="*/ 345252 h 6857999"/>
              <a:gd name="connsiteX42" fmla="*/ 1280078 w 12191999"/>
              <a:gd name="connsiteY42" fmla="*/ 345252 h 6857999"/>
              <a:gd name="connsiteX43" fmla="*/ 1280078 w 12191999"/>
              <a:gd name="connsiteY43" fmla="*/ 540887 h 6857999"/>
              <a:gd name="connsiteX44" fmla="*/ 1411402 w 12191999"/>
              <a:gd name="connsiteY44" fmla="*/ 668454 h 6857999"/>
              <a:gd name="connsiteX45" fmla="*/ 1543639 w 12191999"/>
              <a:gd name="connsiteY45" fmla="*/ 540887 h 6857999"/>
              <a:gd name="connsiteX46" fmla="*/ 1543639 w 12191999"/>
              <a:gd name="connsiteY46" fmla="*/ 345252 h 6857999"/>
              <a:gd name="connsiteX47" fmla="*/ 1488920 w 12191999"/>
              <a:gd name="connsiteY47" fmla="*/ 345252 h 6857999"/>
              <a:gd name="connsiteX48" fmla="*/ 1488920 w 12191999"/>
              <a:gd name="connsiteY48" fmla="*/ 537280 h 6857999"/>
              <a:gd name="connsiteX49" fmla="*/ 1411858 w 12191999"/>
              <a:gd name="connsiteY49" fmla="*/ 619320 h 6857999"/>
              <a:gd name="connsiteX50" fmla="*/ 1334800 w 12191999"/>
              <a:gd name="connsiteY50" fmla="*/ 537280 h 6857999"/>
              <a:gd name="connsiteX51" fmla="*/ 1334800 w 12191999"/>
              <a:gd name="connsiteY51" fmla="*/ 345252 h 6857999"/>
              <a:gd name="connsiteX52" fmla="*/ 1052362 w 12191999"/>
              <a:gd name="connsiteY52" fmla="*/ 345252 h 6857999"/>
              <a:gd name="connsiteX53" fmla="*/ 948856 w 12191999"/>
              <a:gd name="connsiteY53" fmla="*/ 660791 h 6857999"/>
              <a:gd name="connsiteX54" fmla="*/ 1006764 w 12191999"/>
              <a:gd name="connsiteY54" fmla="*/ 660791 h 6857999"/>
              <a:gd name="connsiteX55" fmla="*/ 1030023 w 12191999"/>
              <a:gd name="connsiteY55" fmla="*/ 586414 h 6857999"/>
              <a:gd name="connsiteX56" fmla="*/ 1173199 w 12191999"/>
              <a:gd name="connsiteY56" fmla="*/ 586414 h 6857999"/>
              <a:gd name="connsiteX57" fmla="*/ 1196909 w 12191999"/>
              <a:gd name="connsiteY57" fmla="*/ 660791 h 6857999"/>
              <a:gd name="connsiteX58" fmla="*/ 1254821 w 12191999"/>
              <a:gd name="connsiteY58" fmla="*/ 660791 h 6857999"/>
              <a:gd name="connsiteX59" fmla="*/ 1151769 w 12191999"/>
              <a:gd name="connsiteY59" fmla="*/ 345252 h 6857999"/>
              <a:gd name="connsiteX60" fmla="*/ 2948099 w 12191999"/>
              <a:gd name="connsiteY60" fmla="*/ 337142 h 6857999"/>
              <a:gd name="connsiteX61" fmla="*/ 2779395 w 12191999"/>
              <a:gd name="connsiteY61" fmla="*/ 503025 h 6857999"/>
              <a:gd name="connsiteX62" fmla="*/ 2948099 w 12191999"/>
              <a:gd name="connsiteY62" fmla="*/ 668909 h 6857999"/>
              <a:gd name="connsiteX63" fmla="*/ 3117274 w 12191999"/>
              <a:gd name="connsiteY63" fmla="*/ 503025 h 6857999"/>
              <a:gd name="connsiteX64" fmla="*/ 2948099 w 12191999"/>
              <a:gd name="connsiteY64" fmla="*/ 337142 h 6857999"/>
              <a:gd name="connsiteX65" fmla="*/ 2174819 w 12191999"/>
              <a:gd name="connsiteY65" fmla="*/ 337141 h 6857999"/>
              <a:gd name="connsiteX66" fmla="*/ 2006102 w 12191999"/>
              <a:gd name="connsiteY66" fmla="*/ 503025 h 6857999"/>
              <a:gd name="connsiteX67" fmla="*/ 2174819 w 12191999"/>
              <a:gd name="connsiteY67" fmla="*/ 668909 h 6857999"/>
              <a:gd name="connsiteX68" fmla="*/ 2343994 w 12191999"/>
              <a:gd name="connsiteY68" fmla="*/ 503025 h 6857999"/>
              <a:gd name="connsiteX69" fmla="*/ 2174819 w 12191999"/>
              <a:gd name="connsiteY69" fmla="*/ 337141 h 6857999"/>
              <a:gd name="connsiteX70" fmla="*/ 551025 w 12191999"/>
              <a:gd name="connsiteY70" fmla="*/ 333374 h 6857999"/>
              <a:gd name="connsiteX71" fmla="*/ 519172 w 12191999"/>
              <a:gd name="connsiteY71" fmla="*/ 355652 h 6857999"/>
              <a:gd name="connsiteX72" fmla="*/ 340157 w 12191999"/>
              <a:gd name="connsiteY72" fmla="*/ 635324 h 6857999"/>
              <a:gd name="connsiteX73" fmla="*/ 334963 w 12191999"/>
              <a:gd name="connsiteY73" fmla="*/ 651775 h 6857999"/>
              <a:gd name="connsiteX74" fmla="*/ 369589 w 12191999"/>
              <a:gd name="connsiteY74" fmla="*/ 672681 h 6857999"/>
              <a:gd name="connsiteX75" fmla="*/ 643141 w 12191999"/>
              <a:gd name="connsiteY75" fmla="*/ 522596 h 6857999"/>
              <a:gd name="connsiteX76" fmla="*/ 648863 w 12191999"/>
              <a:gd name="connsiteY76" fmla="*/ 519443 h 6857999"/>
              <a:gd name="connsiteX77" fmla="*/ 668407 w 12191999"/>
              <a:gd name="connsiteY77" fmla="*/ 566090 h 6857999"/>
              <a:gd name="connsiteX78" fmla="*/ 780247 w 12191999"/>
              <a:gd name="connsiteY78" fmla="*/ 672681 h 6857999"/>
              <a:gd name="connsiteX79" fmla="*/ 823876 w 12191999"/>
              <a:gd name="connsiteY79" fmla="*/ 672681 h 6857999"/>
              <a:gd name="connsiteX80" fmla="*/ 845690 w 12191999"/>
              <a:gd name="connsiteY80" fmla="*/ 651775 h 6857999"/>
              <a:gd name="connsiteX81" fmla="*/ 843266 w 12191999"/>
              <a:gd name="connsiteY81" fmla="*/ 642863 h 6857999"/>
              <a:gd name="connsiteX82" fmla="*/ 768823 w 12191999"/>
              <a:gd name="connsiteY82" fmla="*/ 529418 h 6857999"/>
              <a:gd name="connsiteX83" fmla="*/ 712034 w 12191999"/>
              <a:gd name="connsiteY83" fmla="*/ 494802 h 6857999"/>
              <a:gd name="connsiteX84" fmla="*/ 679710 w 12191999"/>
              <a:gd name="connsiteY84" fmla="*/ 502446 h 6857999"/>
              <a:gd name="connsiteX85" fmla="*/ 648863 w 12191999"/>
              <a:gd name="connsiteY85" fmla="*/ 519443 h 6857999"/>
              <a:gd name="connsiteX86" fmla="*/ 582536 w 12191999"/>
              <a:gd name="connsiteY86" fmla="*/ 361136 h 6857999"/>
              <a:gd name="connsiteX87" fmla="*/ 551025 w 12191999"/>
              <a:gd name="connsiteY87" fmla="*/ 333374 h 6857999"/>
              <a:gd name="connsiteX88" fmla="*/ 0 w 12191999"/>
              <a:gd name="connsiteY88" fmla="*/ 0 h 6857999"/>
              <a:gd name="connsiteX89" fmla="*/ 12191999 w 12191999"/>
              <a:gd name="connsiteY89" fmla="*/ 0 h 6857999"/>
              <a:gd name="connsiteX90" fmla="*/ 12191999 w 12191999"/>
              <a:gd name="connsiteY90" fmla="*/ 6857999 h 6857999"/>
              <a:gd name="connsiteX91" fmla="*/ 0 w 12191999"/>
              <a:gd name="connsiteY9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2191999" h="6857999">
                <a:moveTo>
                  <a:pt x="2948099" y="387177"/>
                </a:moveTo>
                <a:cubicBezTo>
                  <a:pt x="3011483" y="387177"/>
                  <a:pt x="3060726" y="436762"/>
                  <a:pt x="3060726" y="503025"/>
                </a:cubicBezTo>
                <a:cubicBezTo>
                  <a:pt x="3060726" y="568838"/>
                  <a:pt x="3011483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2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2" y="387177"/>
                  <a:pt x="2287446" y="436761"/>
                  <a:pt x="2287446" y="503025"/>
                </a:cubicBezTo>
                <a:cubicBezTo>
                  <a:pt x="2287446" y="568837"/>
                  <a:pt x="2238202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3"/>
                </a:moveTo>
                <a:lnTo>
                  <a:pt x="2680793" y="660792"/>
                </a:lnTo>
                <a:lnTo>
                  <a:pt x="2735512" y="660792"/>
                </a:lnTo>
                <a:lnTo>
                  <a:pt x="2735512" y="345253"/>
                </a:lnTo>
                <a:close/>
                <a:moveTo>
                  <a:pt x="2348643" y="345253"/>
                </a:moveTo>
                <a:lnTo>
                  <a:pt x="2452605" y="660792"/>
                </a:lnTo>
                <a:lnTo>
                  <a:pt x="2546988" y="660792"/>
                </a:lnTo>
                <a:lnTo>
                  <a:pt x="2652322" y="345253"/>
                </a:lnTo>
                <a:lnTo>
                  <a:pt x="2593956" y="345253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3"/>
                </a:lnTo>
                <a:close/>
                <a:moveTo>
                  <a:pt x="1600442" y="345252"/>
                </a:moveTo>
                <a:lnTo>
                  <a:pt x="1600442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8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3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2"/>
                </a:moveTo>
                <a:cubicBezTo>
                  <a:pt x="2851887" y="337142"/>
                  <a:pt x="2779395" y="408814"/>
                  <a:pt x="2779395" y="503025"/>
                </a:cubicBezTo>
                <a:cubicBezTo>
                  <a:pt x="2779395" y="597235"/>
                  <a:pt x="2851887" y="668909"/>
                  <a:pt x="2948099" y="668909"/>
                </a:cubicBezTo>
                <a:cubicBezTo>
                  <a:pt x="3044768" y="668909"/>
                  <a:pt x="3117274" y="597235"/>
                  <a:pt x="3117274" y="503025"/>
                </a:cubicBezTo>
                <a:cubicBezTo>
                  <a:pt x="3117274" y="408814"/>
                  <a:pt x="3044768" y="337142"/>
                  <a:pt x="2948099" y="337142"/>
                </a:cubicBezTo>
                <a:close/>
                <a:moveTo>
                  <a:pt x="2174819" y="337141"/>
                </a:moveTo>
                <a:cubicBezTo>
                  <a:pt x="2078607" y="337141"/>
                  <a:pt x="2006102" y="408814"/>
                  <a:pt x="2006102" y="503025"/>
                </a:cubicBezTo>
                <a:cubicBezTo>
                  <a:pt x="2006102" y="597235"/>
                  <a:pt x="2078607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4"/>
                </a:lnTo>
                <a:cubicBezTo>
                  <a:pt x="336695" y="640806"/>
                  <a:pt x="334963" y="645606"/>
                  <a:pt x="334963" y="651775"/>
                </a:cubicBezTo>
                <a:cubicBezTo>
                  <a:pt x="334963" y="665826"/>
                  <a:pt x="343966" y="672681"/>
                  <a:pt x="369589" y="672681"/>
                </a:cubicBezTo>
                <a:cubicBezTo>
                  <a:pt x="467492" y="672681"/>
                  <a:pt x="566175" y="572624"/>
                  <a:pt x="643141" y="522596"/>
                </a:cubicBezTo>
                <a:lnTo>
                  <a:pt x="648863" y="519443"/>
                </a:lnTo>
                <a:lnTo>
                  <a:pt x="668407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5" y="672681"/>
                  <a:pt x="845690" y="662057"/>
                  <a:pt x="845690" y="651775"/>
                </a:cubicBezTo>
                <a:cubicBezTo>
                  <a:pt x="845690" y="648689"/>
                  <a:pt x="844996" y="645606"/>
                  <a:pt x="843266" y="642863"/>
                </a:cubicBezTo>
                <a:lnTo>
                  <a:pt x="768823" y="529418"/>
                </a:lnTo>
                <a:cubicBezTo>
                  <a:pt x="752548" y="504741"/>
                  <a:pt x="732464" y="494802"/>
                  <a:pt x="712034" y="494802"/>
                </a:cubicBezTo>
                <a:cubicBezTo>
                  <a:pt x="702036" y="494802"/>
                  <a:pt x="691227" y="497582"/>
                  <a:pt x="679710" y="502446"/>
                </a:cubicBezTo>
                <a:lnTo>
                  <a:pt x="648863" y="519443"/>
                </a:lnTo>
                <a:lnTo>
                  <a:pt x="582536" y="361136"/>
                </a:lnTo>
                <a:cubicBezTo>
                  <a:pt x="574919" y="342971"/>
                  <a:pt x="564184" y="333374"/>
                  <a:pt x="551025" y="333374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noProof="0"/>
              <a:t> 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A7CDC07D-717C-288E-E1D7-153D0CC3AB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5212555" y="-121444"/>
            <a:ext cx="1766886" cy="12192000"/>
          </a:xfrm>
          <a:gradFill flip="none" rotWithShape="1">
            <a:gsLst>
              <a:gs pos="54000">
                <a:srgbClr val="000000">
                  <a:alpha val="17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7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D9BA63D-8523-9335-AD85-3811E7509529}"/>
              </a:ext>
            </a:extLst>
          </p:cNvPr>
          <p:cNvSpPr/>
          <p:nvPr userDrawn="1"/>
        </p:nvSpPr>
        <p:spPr>
          <a:xfrm>
            <a:off x="896470" y="224118"/>
            <a:ext cx="2294965" cy="528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8A9D724-C3E6-2412-508E-F244AF655BCA}"/>
              </a:ext>
            </a:extLst>
          </p:cNvPr>
          <p:cNvSpPr/>
          <p:nvPr userDrawn="1"/>
        </p:nvSpPr>
        <p:spPr>
          <a:xfrm>
            <a:off x="233082" y="224118"/>
            <a:ext cx="663389" cy="528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9124082-09C9-A3F1-17CD-58A9B2949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1"/>
            <a:ext cx="8940799" cy="4652962"/>
          </a:xfrm>
          <a:custGeom>
            <a:avLst/>
            <a:gdLst>
              <a:gd name="connsiteX0" fmla="*/ 2948099 w 8940799"/>
              <a:gd name="connsiteY0" fmla="*/ 387177 h 4652962"/>
              <a:gd name="connsiteX1" fmla="*/ 3060726 w 8940799"/>
              <a:gd name="connsiteY1" fmla="*/ 503025 h 4652962"/>
              <a:gd name="connsiteX2" fmla="*/ 2948099 w 8940799"/>
              <a:gd name="connsiteY2" fmla="*/ 618873 h 4652962"/>
              <a:gd name="connsiteX3" fmla="*/ 2835930 w 8940799"/>
              <a:gd name="connsiteY3" fmla="*/ 503025 h 4652962"/>
              <a:gd name="connsiteX4" fmla="*/ 2948099 w 8940799"/>
              <a:gd name="connsiteY4" fmla="*/ 387177 h 4652962"/>
              <a:gd name="connsiteX5" fmla="*/ 2174819 w 8940799"/>
              <a:gd name="connsiteY5" fmla="*/ 387177 h 4652962"/>
              <a:gd name="connsiteX6" fmla="*/ 2287446 w 8940799"/>
              <a:gd name="connsiteY6" fmla="*/ 503025 h 4652962"/>
              <a:gd name="connsiteX7" fmla="*/ 2174819 w 8940799"/>
              <a:gd name="connsiteY7" fmla="*/ 618873 h 4652962"/>
              <a:gd name="connsiteX8" fmla="*/ 2062650 w 8940799"/>
              <a:gd name="connsiteY8" fmla="*/ 503025 h 4652962"/>
              <a:gd name="connsiteX9" fmla="*/ 2174819 w 8940799"/>
              <a:gd name="connsiteY9" fmla="*/ 387177 h 4652962"/>
              <a:gd name="connsiteX10" fmla="*/ 1098875 w 8940799"/>
              <a:gd name="connsiteY10" fmla="*/ 366889 h 4652962"/>
              <a:gd name="connsiteX11" fmla="*/ 1103433 w 8940799"/>
              <a:gd name="connsiteY11" fmla="*/ 366889 h 4652962"/>
              <a:gd name="connsiteX12" fmla="*/ 1159518 w 8940799"/>
              <a:gd name="connsiteY12" fmla="*/ 542690 h 4652962"/>
              <a:gd name="connsiteX13" fmla="*/ 1043699 w 8940799"/>
              <a:gd name="connsiteY13" fmla="*/ 542690 h 4652962"/>
              <a:gd name="connsiteX14" fmla="*/ 2680793 w 8940799"/>
              <a:gd name="connsiteY14" fmla="*/ 345252 h 4652962"/>
              <a:gd name="connsiteX15" fmla="*/ 2680793 w 8940799"/>
              <a:gd name="connsiteY15" fmla="*/ 660792 h 4652962"/>
              <a:gd name="connsiteX16" fmla="*/ 2735513 w 8940799"/>
              <a:gd name="connsiteY16" fmla="*/ 660792 h 4652962"/>
              <a:gd name="connsiteX17" fmla="*/ 2735513 w 8940799"/>
              <a:gd name="connsiteY17" fmla="*/ 345252 h 4652962"/>
              <a:gd name="connsiteX18" fmla="*/ 2348643 w 8940799"/>
              <a:gd name="connsiteY18" fmla="*/ 345252 h 4652962"/>
              <a:gd name="connsiteX19" fmla="*/ 2452604 w 8940799"/>
              <a:gd name="connsiteY19" fmla="*/ 660792 h 4652962"/>
              <a:gd name="connsiteX20" fmla="*/ 2546987 w 8940799"/>
              <a:gd name="connsiteY20" fmla="*/ 660792 h 4652962"/>
              <a:gd name="connsiteX21" fmla="*/ 2652322 w 8940799"/>
              <a:gd name="connsiteY21" fmla="*/ 345252 h 4652962"/>
              <a:gd name="connsiteX22" fmla="*/ 2593956 w 8940799"/>
              <a:gd name="connsiteY22" fmla="*/ 345252 h 4652962"/>
              <a:gd name="connsiteX23" fmla="*/ 2502306 w 8940799"/>
              <a:gd name="connsiteY23" fmla="*/ 639155 h 4652962"/>
              <a:gd name="connsiteX24" fmla="*/ 2497744 w 8940799"/>
              <a:gd name="connsiteY24" fmla="*/ 639155 h 4652962"/>
              <a:gd name="connsiteX25" fmla="*/ 2407008 w 8940799"/>
              <a:gd name="connsiteY25" fmla="*/ 345252 h 4652962"/>
              <a:gd name="connsiteX26" fmla="*/ 1600441 w 8940799"/>
              <a:gd name="connsiteY26" fmla="*/ 345252 h 4652962"/>
              <a:gd name="connsiteX27" fmla="*/ 1600441 w 8940799"/>
              <a:gd name="connsiteY27" fmla="*/ 660792 h 4652962"/>
              <a:gd name="connsiteX28" fmla="*/ 1655162 w 8940799"/>
              <a:gd name="connsiteY28" fmla="*/ 660792 h 4652962"/>
              <a:gd name="connsiteX29" fmla="*/ 1655162 w 8940799"/>
              <a:gd name="connsiteY29" fmla="*/ 366889 h 4652962"/>
              <a:gd name="connsiteX30" fmla="*/ 1660638 w 8940799"/>
              <a:gd name="connsiteY30" fmla="*/ 366889 h 4652962"/>
              <a:gd name="connsiteX31" fmla="*/ 1732227 w 8940799"/>
              <a:gd name="connsiteY31" fmla="*/ 660792 h 4652962"/>
              <a:gd name="connsiteX32" fmla="*/ 1826610 w 8940799"/>
              <a:gd name="connsiteY32" fmla="*/ 660792 h 4652962"/>
              <a:gd name="connsiteX33" fmla="*/ 1901847 w 8940799"/>
              <a:gd name="connsiteY33" fmla="*/ 366889 h 4652962"/>
              <a:gd name="connsiteX34" fmla="*/ 1907323 w 8940799"/>
              <a:gd name="connsiteY34" fmla="*/ 366889 h 4652962"/>
              <a:gd name="connsiteX35" fmla="*/ 1907323 w 8940799"/>
              <a:gd name="connsiteY35" fmla="*/ 660792 h 4652962"/>
              <a:gd name="connsiteX36" fmla="*/ 1962042 w 8940799"/>
              <a:gd name="connsiteY36" fmla="*/ 660792 h 4652962"/>
              <a:gd name="connsiteX37" fmla="*/ 1962042 w 8940799"/>
              <a:gd name="connsiteY37" fmla="*/ 345252 h 4652962"/>
              <a:gd name="connsiteX38" fmla="*/ 1858982 w 8940799"/>
              <a:gd name="connsiteY38" fmla="*/ 345252 h 4652962"/>
              <a:gd name="connsiteX39" fmla="*/ 1782386 w 8940799"/>
              <a:gd name="connsiteY39" fmla="*/ 639155 h 4652962"/>
              <a:gd name="connsiteX40" fmla="*/ 1777825 w 8940799"/>
              <a:gd name="connsiteY40" fmla="*/ 639155 h 4652962"/>
              <a:gd name="connsiteX41" fmla="*/ 1708508 w 8940799"/>
              <a:gd name="connsiteY41" fmla="*/ 345252 h 4652962"/>
              <a:gd name="connsiteX42" fmla="*/ 1280078 w 8940799"/>
              <a:gd name="connsiteY42" fmla="*/ 345252 h 4652962"/>
              <a:gd name="connsiteX43" fmla="*/ 1280078 w 8940799"/>
              <a:gd name="connsiteY43" fmla="*/ 540887 h 4652962"/>
              <a:gd name="connsiteX44" fmla="*/ 1411402 w 8940799"/>
              <a:gd name="connsiteY44" fmla="*/ 668454 h 4652962"/>
              <a:gd name="connsiteX45" fmla="*/ 1543639 w 8940799"/>
              <a:gd name="connsiteY45" fmla="*/ 540887 h 4652962"/>
              <a:gd name="connsiteX46" fmla="*/ 1543639 w 8940799"/>
              <a:gd name="connsiteY46" fmla="*/ 345252 h 4652962"/>
              <a:gd name="connsiteX47" fmla="*/ 1488920 w 8940799"/>
              <a:gd name="connsiteY47" fmla="*/ 345252 h 4652962"/>
              <a:gd name="connsiteX48" fmla="*/ 1488920 w 8940799"/>
              <a:gd name="connsiteY48" fmla="*/ 537280 h 4652962"/>
              <a:gd name="connsiteX49" fmla="*/ 1411857 w 8940799"/>
              <a:gd name="connsiteY49" fmla="*/ 619320 h 4652962"/>
              <a:gd name="connsiteX50" fmla="*/ 1334800 w 8940799"/>
              <a:gd name="connsiteY50" fmla="*/ 537280 h 4652962"/>
              <a:gd name="connsiteX51" fmla="*/ 1334800 w 8940799"/>
              <a:gd name="connsiteY51" fmla="*/ 345252 h 4652962"/>
              <a:gd name="connsiteX52" fmla="*/ 1052362 w 8940799"/>
              <a:gd name="connsiteY52" fmla="*/ 345252 h 4652962"/>
              <a:gd name="connsiteX53" fmla="*/ 948856 w 8940799"/>
              <a:gd name="connsiteY53" fmla="*/ 660791 h 4652962"/>
              <a:gd name="connsiteX54" fmla="*/ 1006764 w 8940799"/>
              <a:gd name="connsiteY54" fmla="*/ 660791 h 4652962"/>
              <a:gd name="connsiteX55" fmla="*/ 1030022 w 8940799"/>
              <a:gd name="connsiteY55" fmla="*/ 586414 h 4652962"/>
              <a:gd name="connsiteX56" fmla="*/ 1173199 w 8940799"/>
              <a:gd name="connsiteY56" fmla="*/ 586414 h 4652962"/>
              <a:gd name="connsiteX57" fmla="*/ 1196909 w 8940799"/>
              <a:gd name="connsiteY57" fmla="*/ 660791 h 4652962"/>
              <a:gd name="connsiteX58" fmla="*/ 1254821 w 8940799"/>
              <a:gd name="connsiteY58" fmla="*/ 660791 h 4652962"/>
              <a:gd name="connsiteX59" fmla="*/ 1151769 w 8940799"/>
              <a:gd name="connsiteY59" fmla="*/ 345252 h 4652962"/>
              <a:gd name="connsiteX60" fmla="*/ 2948099 w 8940799"/>
              <a:gd name="connsiteY60" fmla="*/ 337141 h 4652962"/>
              <a:gd name="connsiteX61" fmla="*/ 2779394 w 8940799"/>
              <a:gd name="connsiteY61" fmla="*/ 503025 h 4652962"/>
              <a:gd name="connsiteX62" fmla="*/ 2948099 w 8940799"/>
              <a:gd name="connsiteY62" fmla="*/ 668909 h 4652962"/>
              <a:gd name="connsiteX63" fmla="*/ 3117273 w 8940799"/>
              <a:gd name="connsiteY63" fmla="*/ 503025 h 4652962"/>
              <a:gd name="connsiteX64" fmla="*/ 2948099 w 8940799"/>
              <a:gd name="connsiteY64" fmla="*/ 337141 h 4652962"/>
              <a:gd name="connsiteX65" fmla="*/ 2174819 w 8940799"/>
              <a:gd name="connsiteY65" fmla="*/ 337141 h 4652962"/>
              <a:gd name="connsiteX66" fmla="*/ 2006102 w 8940799"/>
              <a:gd name="connsiteY66" fmla="*/ 503025 h 4652962"/>
              <a:gd name="connsiteX67" fmla="*/ 2174819 w 8940799"/>
              <a:gd name="connsiteY67" fmla="*/ 668909 h 4652962"/>
              <a:gd name="connsiteX68" fmla="*/ 2343994 w 8940799"/>
              <a:gd name="connsiteY68" fmla="*/ 503025 h 4652962"/>
              <a:gd name="connsiteX69" fmla="*/ 2174819 w 8940799"/>
              <a:gd name="connsiteY69" fmla="*/ 337141 h 4652962"/>
              <a:gd name="connsiteX70" fmla="*/ 551025 w 8940799"/>
              <a:gd name="connsiteY70" fmla="*/ 333374 h 4652962"/>
              <a:gd name="connsiteX71" fmla="*/ 519172 w 8940799"/>
              <a:gd name="connsiteY71" fmla="*/ 355652 h 4652962"/>
              <a:gd name="connsiteX72" fmla="*/ 340157 w 8940799"/>
              <a:gd name="connsiteY72" fmla="*/ 635323 h 4652962"/>
              <a:gd name="connsiteX73" fmla="*/ 334963 w 8940799"/>
              <a:gd name="connsiteY73" fmla="*/ 651774 h 4652962"/>
              <a:gd name="connsiteX74" fmla="*/ 369588 w 8940799"/>
              <a:gd name="connsiteY74" fmla="*/ 672681 h 4652962"/>
              <a:gd name="connsiteX75" fmla="*/ 643140 w 8940799"/>
              <a:gd name="connsiteY75" fmla="*/ 522596 h 4652962"/>
              <a:gd name="connsiteX76" fmla="*/ 648862 w 8940799"/>
              <a:gd name="connsiteY76" fmla="*/ 519443 h 4652962"/>
              <a:gd name="connsiteX77" fmla="*/ 668406 w 8940799"/>
              <a:gd name="connsiteY77" fmla="*/ 566090 h 4652962"/>
              <a:gd name="connsiteX78" fmla="*/ 780247 w 8940799"/>
              <a:gd name="connsiteY78" fmla="*/ 672681 h 4652962"/>
              <a:gd name="connsiteX79" fmla="*/ 823876 w 8940799"/>
              <a:gd name="connsiteY79" fmla="*/ 672681 h 4652962"/>
              <a:gd name="connsiteX80" fmla="*/ 845690 w 8940799"/>
              <a:gd name="connsiteY80" fmla="*/ 651774 h 4652962"/>
              <a:gd name="connsiteX81" fmla="*/ 843265 w 8940799"/>
              <a:gd name="connsiteY81" fmla="*/ 642863 h 4652962"/>
              <a:gd name="connsiteX82" fmla="*/ 768822 w 8940799"/>
              <a:gd name="connsiteY82" fmla="*/ 529418 h 4652962"/>
              <a:gd name="connsiteX83" fmla="*/ 712034 w 8940799"/>
              <a:gd name="connsiteY83" fmla="*/ 494802 h 4652962"/>
              <a:gd name="connsiteX84" fmla="*/ 679710 w 8940799"/>
              <a:gd name="connsiteY84" fmla="*/ 502445 h 4652962"/>
              <a:gd name="connsiteX85" fmla="*/ 648862 w 8940799"/>
              <a:gd name="connsiteY85" fmla="*/ 519443 h 4652962"/>
              <a:gd name="connsiteX86" fmla="*/ 582535 w 8940799"/>
              <a:gd name="connsiteY86" fmla="*/ 361135 h 4652962"/>
              <a:gd name="connsiteX87" fmla="*/ 551025 w 8940799"/>
              <a:gd name="connsiteY87" fmla="*/ 333374 h 4652962"/>
              <a:gd name="connsiteX88" fmla="*/ 0 w 8940799"/>
              <a:gd name="connsiteY88" fmla="*/ 0 h 4652962"/>
              <a:gd name="connsiteX89" fmla="*/ 8940799 w 8940799"/>
              <a:gd name="connsiteY89" fmla="*/ 0 h 4652962"/>
              <a:gd name="connsiteX90" fmla="*/ 8940799 w 8940799"/>
              <a:gd name="connsiteY90" fmla="*/ 4652962 h 4652962"/>
              <a:gd name="connsiteX91" fmla="*/ 0 w 8940799"/>
              <a:gd name="connsiteY91" fmla="*/ 4652962 h 465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8940799" h="4652962">
                <a:moveTo>
                  <a:pt x="2948099" y="387177"/>
                </a:moveTo>
                <a:cubicBezTo>
                  <a:pt x="3011482" y="387177"/>
                  <a:pt x="3060726" y="436761"/>
                  <a:pt x="3060726" y="503025"/>
                </a:cubicBezTo>
                <a:cubicBezTo>
                  <a:pt x="3060726" y="568837"/>
                  <a:pt x="3011482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1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3" y="387177"/>
                  <a:pt x="2287446" y="436761"/>
                  <a:pt x="2287446" y="503025"/>
                </a:cubicBezTo>
                <a:cubicBezTo>
                  <a:pt x="2287446" y="568837"/>
                  <a:pt x="2238203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2"/>
                </a:moveTo>
                <a:lnTo>
                  <a:pt x="2680793" y="660792"/>
                </a:lnTo>
                <a:lnTo>
                  <a:pt x="2735513" y="660792"/>
                </a:lnTo>
                <a:lnTo>
                  <a:pt x="2735513" y="345252"/>
                </a:lnTo>
                <a:close/>
                <a:moveTo>
                  <a:pt x="2348643" y="345252"/>
                </a:moveTo>
                <a:lnTo>
                  <a:pt x="2452604" y="660792"/>
                </a:lnTo>
                <a:lnTo>
                  <a:pt x="2546987" y="660792"/>
                </a:lnTo>
                <a:lnTo>
                  <a:pt x="2652322" y="345252"/>
                </a:lnTo>
                <a:lnTo>
                  <a:pt x="2593956" y="345252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2"/>
                </a:lnTo>
                <a:close/>
                <a:moveTo>
                  <a:pt x="1600441" y="345252"/>
                </a:moveTo>
                <a:lnTo>
                  <a:pt x="1600441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7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2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1"/>
                </a:moveTo>
                <a:cubicBezTo>
                  <a:pt x="2851887" y="337141"/>
                  <a:pt x="2779394" y="408814"/>
                  <a:pt x="2779394" y="503025"/>
                </a:cubicBezTo>
                <a:cubicBezTo>
                  <a:pt x="2779394" y="597235"/>
                  <a:pt x="2851887" y="668909"/>
                  <a:pt x="2948099" y="668909"/>
                </a:cubicBezTo>
                <a:cubicBezTo>
                  <a:pt x="3044768" y="668909"/>
                  <a:pt x="3117273" y="597235"/>
                  <a:pt x="3117273" y="503025"/>
                </a:cubicBezTo>
                <a:cubicBezTo>
                  <a:pt x="3117273" y="408814"/>
                  <a:pt x="3044768" y="337141"/>
                  <a:pt x="2948099" y="337141"/>
                </a:cubicBezTo>
                <a:close/>
                <a:moveTo>
                  <a:pt x="2174819" y="337141"/>
                </a:moveTo>
                <a:cubicBezTo>
                  <a:pt x="2078606" y="337141"/>
                  <a:pt x="2006102" y="408814"/>
                  <a:pt x="2006102" y="503025"/>
                </a:cubicBezTo>
                <a:cubicBezTo>
                  <a:pt x="2006102" y="597235"/>
                  <a:pt x="2078606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3"/>
                </a:lnTo>
                <a:cubicBezTo>
                  <a:pt x="336694" y="640806"/>
                  <a:pt x="334963" y="645606"/>
                  <a:pt x="334963" y="651774"/>
                </a:cubicBezTo>
                <a:cubicBezTo>
                  <a:pt x="334963" y="665826"/>
                  <a:pt x="343965" y="672681"/>
                  <a:pt x="369588" y="672681"/>
                </a:cubicBezTo>
                <a:cubicBezTo>
                  <a:pt x="467492" y="672681"/>
                  <a:pt x="566175" y="572624"/>
                  <a:pt x="643140" y="522596"/>
                </a:cubicBezTo>
                <a:lnTo>
                  <a:pt x="648862" y="519443"/>
                </a:lnTo>
                <a:lnTo>
                  <a:pt x="668406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4" y="672681"/>
                  <a:pt x="845690" y="662057"/>
                  <a:pt x="845690" y="651774"/>
                </a:cubicBezTo>
                <a:cubicBezTo>
                  <a:pt x="845690" y="648689"/>
                  <a:pt x="844995" y="645606"/>
                  <a:pt x="843265" y="642863"/>
                </a:cubicBezTo>
                <a:lnTo>
                  <a:pt x="768822" y="529418"/>
                </a:lnTo>
                <a:cubicBezTo>
                  <a:pt x="752548" y="504741"/>
                  <a:pt x="732463" y="494802"/>
                  <a:pt x="712034" y="494802"/>
                </a:cubicBezTo>
                <a:cubicBezTo>
                  <a:pt x="702036" y="494802"/>
                  <a:pt x="691226" y="497581"/>
                  <a:pt x="679710" y="502445"/>
                </a:cubicBezTo>
                <a:lnTo>
                  <a:pt x="648862" y="519443"/>
                </a:lnTo>
                <a:lnTo>
                  <a:pt x="582535" y="361135"/>
                </a:lnTo>
                <a:cubicBezTo>
                  <a:pt x="574918" y="342970"/>
                  <a:pt x="564183" y="333374"/>
                  <a:pt x="551025" y="333374"/>
                </a:cubicBezTo>
                <a:close/>
                <a:moveTo>
                  <a:pt x="0" y="0"/>
                </a:moveTo>
                <a:lnTo>
                  <a:pt x="8940799" y="0"/>
                </a:lnTo>
                <a:lnTo>
                  <a:pt x="8940799" y="4652962"/>
                </a:lnTo>
                <a:lnTo>
                  <a:pt x="0" y="465296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 lvl="0"/>
            <a:r>
              <a:rPr lang="en-US" noProof="0"/>
              <a:t>  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267026"/>
            <a:ext cx="8481778" cy="1803432"/>
          </a:xfrm>
        </p:spPr>
        <p:txBody>
          <a:bodyPr/>
          <a:lstStyle>
            <a:lvl1pPr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3176588"/>
            <a:ext cx="8481778" cy="1160896"/>
          </a:xfrm>
        </p:spPr>
        <p:txBody>
          <a:bodyPr/>
          <a:lstStyle>
            <a:lvl1pPr>
              <a:defRPr sz="30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805EA7A-6A3D-5DC1-4F46-474C4B7AB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pic>
        <p:nvPicPr>
          <p:cNvPr id="5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E4B3A3A1-6617-FCD9-B855-49BB7EF44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E889E8B-CE70-4728-BF29-8BF38BB943B6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117973602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pos="5632" userDrawn="1">
          <p15:clr>
            <a:srgbClr val="FBAE40"/>
          </p15:clr>
        </p15:guide>
        <p15:guide id="4" orient="horz" pos="293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big picture) 02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8478180D-4E39-FD9C-F53A-3CCA0B8BD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2948099 w 12191999"/>
              <a:gd name="connsiteY0" fmla="*/ 387177 h 6857999"/>
              <a:gd name="connsiteX1" fmla="*/ 3060726 w 12191999"/>
              <a:gd name="connsiteY1" fmla="*/ 503025 h 6857999"/>
              <a:gd name="connsiteX2" fmla="*/ 2948099 w 12191999"/>
              <a:gd name="connsiteY2" fmla="*/ 618873 h 6857999"/>
              <a:gd name="connsiteX3" fmla="*/ 2835930 w 12191999"/>
              <a:gd name="connsiteY3" fmla="*/ 503025 h 6857999"/>
              <a:gd name="connsiteX4" fmla="*/ 2948099 w 12191999"/>
              <a:gd name="connsiteY4" fmla="*/ 387177 h 6857999"/>
              <a:gd name="connsiteX5" fmla="*/ 2174819 w 12191999"/>
              <a:gd name="connsiteY5" fmla="*/ 387177 h 6857999"/>
              <a:gd name="connsiteX6" fmla="*/ 2287446 w 12191999"/>
              <a:gd name="connsiteY6" fmla="*/ 503025 h 6857999"/>
              <a:gd name="connsiteX7" fmla="*/ 2174819 w 12191999"/>
              <a:gd name="connsiteY7" fmla="*/ 618873 h 6857999"/>
              <a:gd name="connsiteX8" fmla="*/ 2062650 w 12191999"/>
              <a:gd name="connsiteY8" fmla="*/ 503025 h 6857999"/>
              <a:gd name="connsiteX9" fmla="*/ 2174819 w 12191999"/>
              <a:gd name="connsiteY9" fmla="*/ 387177 h 6857999"/>
              <a:gd name="connsiteX10" fmla="*/ 1098875 w 12191999"/>
              <a:gd name="connsiteY10" fmla="*/ 366889 h 6857999"/>
              <a:gd name="connsiteX11" fmla="*/ 1103433 w 12191999"/>
              <a:gd name="connsiteY11" fmla="*/ 366889 h 6857999"/>
              <a:gd name="connsiteX12" fmla="*/ 1159518 w 12191999"/>
              <a:gd name="connsiteY12" fmla="*/ 542690 h 6857999"/>
              <a:gd name="connsiteX13" fmla="*/ 1043699 w 12191999"/>
              <a:gd name="connsiteY13" fmla="*/ 542690 h 6857999"/>
              <a:gd name="connsiteX14" fmla="*/ 2680793 w 12191999"/>
              <a:gd name="connsiteY14" fmla="*/ 345253 h 6857999"/>
              <a:gd name="connsiteX15" fmla="*/ 2680793 w 12191999"/>
              <a:gd name="connsiteY15" fmla="*/ 660792 h 6857999"/>
              <a:gd name="connsiteX16" fmla="*/ 2735512 w 12191999"/>
              <a:gd name="connsiteY16" fmla="*/ 660792 h 6857999"/>
              <a:gd name="connsiteX17" fmla="*/ 2735512 w 12191999"/>
              <a:gd name="connsiteY17" fmla="*/ 345253 h 6857999"/>
              <a:gd name="connsiteX18" fmla="*/ 2348643 w 12191999"/>
              <a:gd name="connsiteY18" fmla="*/ 345253 h 6857999"/>
              <a:gd name="connsiteX19" fmla="*/ 2452605 w 12191999"/>
              <a:gd name="connsiteY19" fmla="*/ 660792 h 6857999"/>
              <a:gd name="connsiteX20" fmla="*/ 2546988 w 12191999"/>
              <a:gd name="connsiteY20" fmla="*/ 660792 h 6857999"/>
              <a:gd name="connsiteX21" fmla="*/ 2652322 w 12191999"/>
              <a:gd name="connsiteY21" fmla="*/ 345253 h 6857999"/>
              <a:gd name="connsiteX22" fmla="*/ 2593956 w 12191999"/>
              <a:gd name="connsiteY22" fmla="*/ 345253 h 6857999"/>
              <a:gd name="connsiteX23" fmla="*/ 2502306 w 12191999"/>
              <a:gd name="connsiteY23" fmla="*/ 639155 h 6857999"/>
              <a:gd name="connsiteX24" fmla="*/ 2497744 w 12191999"/>
              <a:gd name="connsiteY24" fmla="*/ 639155 h 6857999"/>
              <a:gd name="connsiteX25" fmla="*/ 2407008 w 12191999"/>
              <a:gd name="connsiteY25" fmla="*/ 345253 h 6857999"/>
              <a:gd name="connsiteX26" fmla="*/ 1600442 w 12191999"/>
              <a:gd name="connsiteY26" fmla="*/ 345252 h 6857999"/>
              <a:gd name="connsiteX27" fmla="*/ 1600442 w 12191999"/>
              <a:gd name="connsiteY27" fmla="*/ 660792 h 6857999"/>
              <a:gd name="connsiteX28" fmla="*/ 1655162 w 12191999"/>
              <a:gd name="connsiteY28" fmla="*/ 660792 h 6857999"/>
              <a:gd name="connsiteX29" fmla="*/ 1655162 w 12191999"/>
              <a:gd name="connsiteY29" fmla="*/ 366889 h 6857999"/>
              <a:gd name="connsiteX30" fmla="*/ 1660638 w 12191999"/>
              <a:gd name="connsiteY30" fmla="*/ 366889 h 6857999"/>
              <a:gd name="connsiteX31" fmla="*/ 1732227 w 12191999"/>
              <a:gd name="connsiteY31" fmla="*/ 660792 h 6857999"/>
              <a:gd name="connsiteX32" fmla="*/ 1826610 w 12191999"/>
              <a:gd name="connsiteY32" fmla="*/ 660792 h 6857999"/>
              <a:gd name="connsiteX33" fmla="*/ 1901847 w 12191999"/>
              <a:gd name="connsiteY33" fmla="*/ 366889 h 6857999"/>
              <a:gd name="connsiteX34" fmla="*/ 1907323 w 12191999"/>
              <a:gd name="connsiteY34" fmla="*/ 366889 h 6857999"/>
              <a:gd name="connsiteX35" fmla="*/ 1907323 w 12191999"/>
              <a:gd name="connsiteY35" fmla="*/ 660792 h 6857999"/>
              <a:gd name="connsiteX36" fmla="*/ 1962042 w 12191999"/>
              <a:gd name="connsiteY36" fmla="*/ 660792 h 6857999"/>
              <a:gd name="connsiteX37" fmla="*/ 1962042 w 12191999"/>
              <a:gd name="connsiteY37" fmla="*/ 345252 h 6857999"/>
              <a:gd name="connsiteX38" fmla="*/ 1858982 w 12191999"/>
              <a:gd name="connsiteY38" fmla="*/ 345252 h 6857999"/>
              <a:gd name="connsiteX39" fmla="*/ 1782386 w 12191999"/>
              <a:gd name="connsiteY39" fmla="*/ 639155 h 6857999"/>
              <a:gd name="connsiteX40" fmla="*/ 1777825 w 12191999"/>
              <a:gd name="connsiteY40" fmla="*/ 639155 h 6857999"/>
              <a:gd name="connsiteX41" fmla="*/ 1708508 w 12191999"/>
              <a:gd name="connsiteY41" fmla="*/ 345252 h 6857999"/>
              <a:gd name="connsiteX42" fmla="*/ 1280078 w 12191999"/>
              <a:gd name="connsiteY42" fmla="*/ 345252 h 6857999"/>
              <a:gd name="connsiteX43" fmla="*/ 1280078 w 12191999"/>
              <a:gd name="connsiteY43" fmla="*/ 540887 h 6857999"/>
              <a:gd name="connsiteX44" fmla="*/ 1411402 w 12191999"/>
              <a:gd name="connsiteY44" fmla="*/ 668454 h 6857999"/>
              <a:gd name="connsiteX45" fmla="*/ 1543639 w 12191999"/>
              <a:gd name="connsiteY45" fmla="*/ 540887 h 6857999"/>
              <a:gd name="connsiteX46" fmla="*/ 1543639 w 12191999"/>
              <a:gd name="connsiteY46" fmla="*/ 345252 h 6857999"/>
              <a:gd name="connsiteX47" fmla="*/ 1488920 w 12191999"/>
              <a:gd name="connsiteY47" fmla="*/ 345252 h 6857999"/>
              <a:gd name="connsiteX48" fmla="*/ 1488920 w 12191999"/>
              <a:gd name="connsiteY48" fmla="*/ 537280 h 6857999"/>
              <a:gd name="connsiteX49" fmla="*/ 1411858 w 12191999"/>
              <a:gd name="connsiteY49" fmla="*/ 619320 h 6857999"/>
              <a:gd name="connsiteX50" fmla="*/ 1334800 w 12191999"/>
              <a:gd name="connsiteY50" fmla="*/ 537280 h 6857999"/>
              <a:gd name="connsiteX51" fmla="*/ 1334800 w 12191999"/>
              <a:gd name="connsiteY51" fmla="*/ 345252 h 6857999"/>
              <a:gd name="connsiteX52" fmla="*/ 1052362 w 12191999"/>
              <a:gd name="connsiteY52" fmla="*/ 345252 h 6857999"/>
              <a:gd name="connsiteX53" fmla="*/ 948856 w 12191999"/>
              <a:gd name="connsiteY53" fmla="*/ 660791 h 6857999"/>
              <a:gd name="connsiteX54" fmla="*/ 1006764 w 12191999"/>
              <a:gd name="connsiteY54" fmla="*/ 660791 h 6857999"/>
              <a:gd name="connsiteX55" fmla="*/ 1030023 w 12191999"/>
              <a:gd name="connsiteY55" fmla="*/ 586414 h 6857999"/>
              <a:gd name="connsiteX56" fmla="*/ 1173199 w 12191999"/>
              <a:gd name="connsiteY56" fmla="*/ 586414 h 6857999"/>
              <a:gd name="connsiteX57" fmla="*/ 1196909 w 12191999"/>
              <a:gd name="connsiteY57" fmla="*/ 660791 h 6857999"/>
              <a:gd name="connsiteX58" fmla="*/ 1254821 w 12191999"/>
              <a:gd name="connsiteY58" fmla="*/ 660791 h 6857999"/>
              <a:gd name="connsiteX59" fmla="*/ 1151769 w 12191999"/>
              <a:gd name="connsiteY59" fmla="*/ 345252 h 6857999"/>
              <a:gd name="connsiteX60" fmla="*/ 2948099 w 12191999"/>
              <a:gd name="connsiteY60" fmla="*/ 337142 h 6857999"/>
              <a:gd name="connsiteX61" fmla="*/ 2779395 w 12191999"/>
              <a:gd name="connsiteY61" fmla="*/ 503025 h 6857999"/>
              <a:gd name="connsiteX62" fmla="*/ 2948099 w 12191999"/>
              <a:gd name="connsiteY62" fmla="*/ 668909 h 6857999"/>
              <a:gd name="connsiteX63" fmla="*/ 3117274 w 12191999"/>
              <a:gd name="connsiteY63" fmla="*/ 503025 h 6857999"/>
              <a:gd name="connsiteX64" fmla="*/ 2948099 w 12191999"/>
              <a:gd name="connsiteY64" fmla="*/ 337142 h 6857999"/>
              <a:gd name="connsiteX65" fmla="*/ 2174819 w 12191999"/>
              <a:gd name="connsiteY65" fmla="*/ 337141 h 6857999"/>
              <a:gd name="connsiteX66" fmla="*/ 2006102 w 12191999"/>
              <a:gd name="connsiteY66" fmla="*/ 503025 h 6857999"/>
              <a:gd name="connsiteX67" fmla="*/ 2174819 w 12191999"/>
              <a:gd name="connsiteY67" fmla="*/ 668909 h 6857999"/>
              <a:gd name="connsiteX68" fmla="*/ 2343994 w 12191999"/>
              <a:gd name="connsiteY68" fmla="*/ 503025 h 6857999"/>
              <a:gd name="connsiteX69" fmla="*/ 2174819 w 12191999"/>
              <a:gd name="connsiteY69" fmla="*/ 337141 h 6857999"/>
              <a:gd name="connsiteX70" fmla="*/ 551025 w 12191999"/>
              <a:gd name="connsiteY70" fmla="*/ 333374 h 6857999"/>
              <a:gd name="connsiteX71" fmla="*/ 519172 w 12191999"/>
              <a:gd name="connsiteY71" fmla="*/ 355652 h 6857999"/>
              <a:gd name="connsiteX72" fmla="*/ 340157 w 12191999"/>
              <a:gd name="connsiteY72" fmla="*/ 635324 h 6857999"/>
              <a:gd name="connsiteX73" fmla="*/ 334963 w 12191999"/>
              <a:gd name="connsiteY73" fmla="*/ 651775 h 6857999"/>
              <a:gd name="connsiteX74" fmla="*/ 369589 w 12191999"/>
              <a:gd name="connsiteY74" fmla="*/ 672681 h 6857999"/>
              <a:gd name="connsiteX75" fmla="*/ 643141 w 12191999"/>
              <a:gd name="connsiteY75" fmla="*/ 522596 h 6857999"/>
              <a:gd name="connsiteX76" fmla="*/ 648863 w 12191999"/>
              <a:gd name="connsiteY76" fmla="*/ 519443 h 6857999"/>
              <a:gd name="connsiteX77" fmla="*/ 668407 w 12191999"/>
              <a:gd name="connsiteY77" fmla="*/ 566090 h 6857999"/>
              <a:gd name="connsiteX78" fmla="*/ 780247 w 12191999"/>
              <a:gd name="connsiteY78" fmla="*/ 672681 h 6857999"/>
              <a:gd name="connsiteX79" fmla="*/ 823876 w 12191999"/>
              <a:gd name="connsiteY79" fmla="*/ 672681 h 6857999"/>
              <a:gd name="connsiteX80" fmla="*/ 845690 w 12191999"/>
              <a:gd name="connsiteY80" fmla="*/ 651775 h 6857999"/>
              <a:gd name="connsiteX81" fmla="*/ 843266 w 12191999"/>
              <a:gd name="connsiteY81" fmla="*/ 642863 h 6857999"/>
              <a:gd name="connsiteX82" fmla="*/ 768823 w 12191999"/>
              <a:gd name="connsiteY82" fmla="*/ 529418 h 6857999"/>
              <a:gd name="connsiteX83" fmla="*/ 712034 w 12191999"/>
              <a:gd name="connsiteY83" fmla="*/ 494802 h 6857999"/>
              <a:gd name="connsiteX84" fmla="*/ 679710 w 12191999"/>
              <a:gd name="connsiteY84" fmla="*/ 502446 h 6857999"/>
              <a:gd name="connsiteX85" fmla="*/ 648863 w 12191999"/>
              <a:gd name="connsiteY85" fmla="*/ 519443 h 6857999"/>
              <a:gd name="connsiteX86" fmla="*/ 582536 w 12191999"/>
              <a:gd name="connsiteY86" fmla="*/ 361136 h 6857999"/>
              <a:gd name="connsiteX87" fmla="*/ 551025 w 12191999"/>
              <a:gd name="connsiteY87" fmla="*/ 333374 h 6857999"/>
              <a:gd name="connsiteX88" fmla="*/ 0 w 12191999"/>
              <a:gd name="connsiteY88" fmla="*/ 0 h 6857999"/>
              <a:gd name="connsiteX89" fmla="*/ 12191999 w 12191999"/>
              <a:gd name="connsiteY89" fmla="*/ 0 h 6857999"/>
              <a:gd name="connsiteX90" fmla="*/ 12191999 w 12191999"/>
              <a:gd name="connsiteY90" fmla="*/ 6857999 h 6857999"/>
              <a:gd name="connsiteX91" fmla="*/ 0 w 12191999"/>
              <a:gd name="connsiteY9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2191999" h="6857999">
                <a:moveTo>
                  <a:pt x="2948099" y="387177"/>
                </a:moveTo>
                <a:cubicBezTo>
                  <a:pt x="3011483" y="387177"/>
                  <a:pt x="3060726" y="436762"/>
                  <a:pt x="3060726" y="503025"/>
                </a:cubicBezTo>
                <a:cubicBezTo>
                  <a:pt x="3060726" y="568838"/>
                  <a:pt x="3011483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2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2" y="387177"/>
                  <a:pt x="2287446" y="436761"/>
                  <a:pt x="2287446" y="503025"/>
                </a:cubicBezTo>
                <a:cubicBezTo>
                  <a:pt x="2287446" y="568837"/>
                  <a:pt x="2238202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3"/>
                </a:moveTo>
                <a:lnTo>
                  <a:pt x="2680793" y="660792"/>
                </a:lnTo>
                <a:lnTo>
                  <a:pt x="2735512" y="660792"/>
                </a:lnTo>
                <a:lnTo>
                  <a:pt x="2735512" y="345253"/>
                </a:lnTo>
                <a:close/>
                <a:moveTo>
                  <a:pt x="2348643" y="345253"/>
                </a:moveTo>
                <a:lnTo>
                  <a:pt x="2452605" y="660792"/>
                </a:lnTo>
                <a:lnTo>
                  <a:pt x="2546988" y="660792"/>
                </a:lnTo>
                <a:lnTo>
                  <a:pt x="2652322" y="345253"/>
                </a:lnTo>
                <a:lnTo>
                  <a:pt x="2593956" y="345253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3"/>
                </a:lnTo>
                <a:close/>
                <a:moveTo>
                  <a:pt x="1600442" y="345252"/>
                </a:moveTo>
                <a:lnTo>
                  <a:pt x="1600442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8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3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2"/>
                </a:moveTo>
                <a:cubicBezTo>
                  <a:pt x="2851887" y="337142"/>
                  <a:pt x="2779395" y="408814"/>
                  <a:pt x="2779395" y="503025"/>
                </a:cubicBezTo>
                <a:cubicBezTo>
                  <a:pt x="2779395" y="597235"/>
                  <a:pt x="2851887" y="668909"/>
                  <a:pt x="2948099" y="668909"/>
                </a:cubicBezTo>
                <a:cubicBezTo>
                  <a:pt x="3044768" y="668909"/>
                  <a:pt x="3117274" y="597235"/>
                  <a:pt x="3117274" y="503025"/>
                </a:cubicBezTo>
                <a:cubicBezTo>
                  <a:pt x="3117274" y="408814"/>
                  <a:pt x="3044768" y="337142"/>
                  <a:pt x="2948099" y="337142"/>
                </a:cubicBezTo>
                <a:close/>
                <a:moveTo>
                  <a:pt x="2174819" y="337141"/>
                </a:moveTo>
                <a:cubicBezTo>
                  <a:pt x="2078607" y="337141"/>
                  <a:pt x="2006102" y="408814"/>
                  <a:pt x="2006102" y="503025"/>
                </a:cubicBezTo>
                <a:cubicBezTo>
                  <a:pt x="2006102" y="597235"/>
                  <a:pt x="2078607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4"/>
                </a:lnTo>
                <a:cubicBezTo>
                  <a:pt x="336695" y="640806"/>
                  <a:pt x="334963" y="645606"/>
                  <a:pt x="334963" y="651775"/>
                </a:cubicBezTo>
                <a:cubicBezTo>
                  <a:pt x="334963" y="665826"/>
                  <a:pt x="343966" y="672681"/>
                  <a:pt x="369589" y="672681"/>
                </a:cubicBezTo>
                <a:cubicBezTo>
                  <a:pt x="467492" y="672681"/>
                  <a:pt x="566175" y="572624"/>
                  <a:pt x="643141" y="522596"/>
                </a:cubicBezTo>
                <a:lnTo>
                  <a:pt x="648863" y="519443"/>
                </a:lnTo>
                <a:lnTo>
                  <a:pt x="668407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5" y="672681"/>
                  <a:pt x="845690" y="662057"/>
                  <a:pt x="845690" y="651775"/>
                </a:cubicBezTo>
                <a:cubicBezTo>
                  <a:pt x="845690" y="648689"/>
                  <a:pt x="844996" y="645606"/>
                  <a:pt x="843266" y="642863"/>
                </a:cubicBezTo>
                <a:lnTo>
                  <a:pt x="768823" y="529418"/>
                </a:lnTo>
                <a:cubicBezTo>
                  <a:pt x="752548" y="504741"/>
                  <a:pt x="732464" y="494802"/>
                  <a:pt x="712034" y="494802"/>
                </a:cubicBezTo>
                <a:cubicBezTo>
                  <a:pt x="702036" y="494802"/>
                  <a:pt x="691227" y="497582"/>
                  <a:pt x="679710" y="502446"/>
                </a:cubicBezTo>
                <a:lnTo>
                  <a:pt x="648863" y="519443"/>
                </a:lnTo>
                <a:lnTo>
                  <a:pt x="582536" y="361136"/>
                </a:lnTo>
                <a:cubicBezTo>
                  <a:pt x="574919" y="342971"/>
                  <a:pt x="564184" y="333374"/>
                  <a:pt x="551025" y="333374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noProof="0"/>
              <a:t> 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95E15B1F-2774-7216-B997-2C16D8223D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5212555" y="-121444"/>
            <a:ext cx="1766886" cy="12192000"/>
          </a:xfrm>
          <a:gradFill flip="none" rotWithShape="1">
            <a:gsLst>
              <a:gs pos="54000">
                <a:srgbClr val="000000">
                  <a:alpha val="17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7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9124082-09C9-A3F1-17CD-58A9B2949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1"/>
            <a:ext cx="8940799" cy="4652962"/>
          </a:xfrm>
          <a:custGeom>
            <a:avLst/>
            <a:gdLst>
              <a:gd name="connsiteX0" fmla="*/ 2948099 w 8940799"/>
              <a:gd name="connsiteY0" fmla="*/ 387177 h 4652962"/>
              <a:gd name="connsiteX1" fmla="*/ 3060726 w 8940799"/>
              <a:gd name="connsiteY1" fmla="*/ 503025 h 4652962"/>
              <a:gd name="connsiteX2" fmla="*/ 2948099 w 8940799"/>
              <a:gd name="connsiteY2" fmla="*/ 618873 h 4652962"/>
              <a:gd name="connsiteX3" fmla="*/ 2835930 w 8940799"/>
              <a:gd name="connsiteY3" fmla="*/ 503025 h 4652962"/>
              <a:gd name="connsiteX4" fmla="*/ 2948099 w 8940799"/>
              <a:gd name="connsiteY4" fmla="*/ 387177 h 4652962"/>
              <a:gd name="connsiteX5" fmla="*/ 2174819 w 8940799"/>
              <a:gd name="connsiteY5" fmla="*/ 387177 h 4652962"/>
              <a:gd name="connsiteX6" fmla="*/ 2287446 w 8940799"/>
              <a:gd name="connsiteY6" fmla="*/ 503025 h 4652962"/>
              <a:gd name="connsiteX7" fmla="*/ 2174819 w 8940799"/>
              <a:gd name="connsiteY7" fmla="*/ 618873 h 4652962"/>
              <a:gd name="connsiteX8" fmla="*/ 2062650 w 8940799"/>
              <a:gd name="connsiteY8" fmla="*/ 503025 h 4652962"/>
              <a:gd name="connsiteX9" fmla="*/ 2174819 w 8940799"/>
              <a:gd name="connsiteY9" fmla="*/ 387177 h 4652962"/>
              <a:gd name="connsiteX10" fmla="*/ 1098875 w 8940799"/>
              <a:gd name="connsiteY10" fmla="*/ 366889 h 4652962"/>
              <a:gd name="connsiteX11" fmla="*/ 1103433 w 8940799"/>
              <a:gd name="connsiteY11" fmla="*/ 366889 h 4652962"/>
              <a:gd name="connsiteX12" fmla="*/ 1159518 w 8940799"/>
              <a:gd name="connsiteY12" fmla="*/ 542690 h 4652962"/>
              <a:gd name="connsiteX13" fmla="*/ 1043699 w 8940799"/>
              <a:gd name="connsiteY13" fmla="*/ 542690 h 4652962"/>
              <a:gd name="connsiteX14" fmla="*/ 2680793 w 8940799"/>
              <a:gd name="connsiteY14" fmla="*/ 345252 h 4652962"/>
              <a:gd name="connsiteX15" fmla="*/ 2680793 w 8940799"/>
              <a:gd name="connsiteY15" fmla="*/ 660792 h 4652962"/>
              <a:gd name="connsiteX16" fmla="*/ 2735513 w 8940799"/>
              <a:gd name="connsiteY16" fmla="*/ 660792 h 4652962"/>
              <a:gd name="connsiteX17" fmla="*/ 2735513 w 8940799"/>
              <a:gd name="connsiteY17" fmla="*/ 345252 h 4652962"/>
              <a:gd name="connsiteX18" fmla="*/ 2348643 w 8940799"/>
              <a:gd name="connsiteY18" fmla="*/ 345252 h 4652962"/>
              <a:gd name="connsiteX19" fmla="*/ 2452604 w 8940799"/>
              <a:gd name="connsiteY19" fmla="*/ 660792 h 4652962"/>
              <a:gd name="connsiteX20" fmla="*/ 2546987 w 8940799"/>
              <a:gd name="connsiteY20" fmla="*/ 660792 h 4652962"/>
              <a:gd name="connsiteX21" fmla="*/ 2652322 w 8940799"/>
              <a:gd name="connsiteY21" fmla="*/ 345252 h 4652962"/>
              <a:gd name="connsiteX22" fmla="*/ 2593956 w 8940799"/>
              <a:gd name="connsiteY22" fmla="*/ 345252 h 4652962"/>
              <a:gd name="connsiteX23" fmla="*/ 2502306 w 8940799"/>
              <a:gd name="connsiteY23" fmla="*/ 639155 h 4652962"/>
              <a:gd name="connsiteX24" fmla="*/ 2497744 w 8940799"/>
              <a:gd name="connsiteY24" fmla="*/ 639155 h 4652962"/>
              <a:gd name="connsiteX25" fmla="*/ 2407008 w 8940799"/>
              <a:gd name="connsiteY25" fmla="*/ 345252 h 4652962"/>
              <a:gd name="connsiteX26" fmla="*/ 1600441 w 8940799"/>
              <a:gd name="connsiteY26" fmla="*/ 345252 h 4652962"/>
              <a:gd name="connsiteX27" fmla="*/ 1600441 w 8940799"/>
              <a:gd name="connsiteY27" fmla="*/ 660792 h 4652962"/>
              <a:gd name="connsiteX28" fmla="*/ 1655162 w 8940799"/>
              <a:gd name="connsiteY28" fmla="*/ 660792 h 4652962"/>
              <a:gd name="connsiteX29" fmla="*/ 1655162 w 8940799"/>
              <a:gd name="connsiteY29" fmla="*/ 366889 h 4652962"/>
              <a:gd name="connsiteX30" fmla="*/ 1660638 w 8940799"/>
              <a:gd name="connsiteY30" fmla="*/ 366889 h 4652962"/>
              <a:gd name="connsiteX31" fmla="*/ 1732227 w 8940799"/>
              <a:gd name="connsiteY31" fmla="*/ 660792 h 4652962"/>
              <a:gd name="connsiteX32" fmla="*/ 1826610 w 8940799"/>
              <a:gd name="connsiteY32" fmla="*/ 660792 h 4652962"/>
              <a:gd name="connsiteX33" fmla="*/ 1901847 w 8940799"/>
              <a:gd name="connsiteY33" fmla="*/ 366889 h 4652962"/>
              <a:gd name="connsiteX34" fmla="*/ 1907323 w 8940799"/>
              <a:gd name="connsiteY34" fmla="*/ 366889 h 4652962"/>
              <a:gd name="connsiteX35" fmla="*/ 1907323 w 8940799"/>
              <a:gd name="connsiteY35" fmla="*/ 660792 h 4652962"/>
              <a:gd name="connsiteX36" fmla="*/ 1962042 w 8940799"/>
              <a:gd name="connsiteY36" fmla="*/ 660792 h 4652962"/>
              <a:gd name="connsiteX37" fmla="*/ 1962042 w 8940799"/>
              <a:gd name="connsiteY37" fmla="*/ 345252 h 4652962"/>
              <a:gd name="connsiteX38" fmla="*/ 1858982 w 8940799"/>
              <a:gd name="connsiteY38" fmla="*/ 345252 h 4652962"/>
              <a:gd name="connsiteX39" fmla="*/ 1782386 w 8940799"/>
              <a:gd name="connsiteY39" fmla="*/ 639155 h 4652962"/>
              <a:gd name="connsiteX40" fmla="*/ 1777825 w 8940799"/>
              <a:gd name="connsiteY40" fmla="*/ 639155 h 4652962"/>
              <a:gd name="connsiteX41" fmla="*/ 1708508 w 8940799"/>
              <a:gd name="connsiteY41" fmla="*/ 345252 h 4652962"/>
              <a:gd name="connsiteX42" fmla="*/ 1280078 w 8940799"/>
              <a:gd name="connsiteY42" fmla="*/ 345252 h 4652962"/>
              <a:gd name="connsiteX43" fmla="*/ 1280078 w 8940799"/>
              <a:gd name="connsiteY43" fmla="*/ 540887 h 4652962"/>
              <a:gd name="connsiteX44" fmla="*/ 1411402 w 8940799"/>
              <a:gd name="connsiteY44" fmla="*/ 668454 h 4652962"/>
              <a:gd name="connsiteX45" fmla="*/ 1543639 w 8940799"/>
              <a:gd name="connsiteY45" fmla="*/ 540887 h 4652962"/>
              <a:gd name="connsiteX46" fmla="*/ 1543639 w 8940799"/>
              <a:gd name="connsiteY46" fmla="*/ 345252 h 4652962"/>
              <a:gd name="connsiteX47" fmla="*/ 1488920 w 8940799"/>
              <a:gd name="connsiteY47" fmla="*/ 345252 h 4652962"/>
              <a:gd name="connsiteX48" fmla="*/ 1488920 w 8940799"/>
              <a:gd name="connsiteY48" fmla="*/ 537280 h 4652962"/>
              <a:gd name="connsiteX49" fmla="*/ 1411857 w 8940799"/>
              <a:gd name="connsiteY49" fmla="*/ 619320 h 4652962"/>
              <a:gd name="connsiteX50" fmla="*/ 1334800 w 8940799"/>
              <a:gd name="connsiteY50" fmla="*/ 537280 h 4652962"/>
              <a:gd name="connsiteX51" fmla="*/ 1334800 w 8940799"/>
              <a:gd name="connsiteY51" fmla="*/ 345252 h 4652962"/>
              <a:gd name="connsiteX52" fmla="*/ 1052362 w 8940799"/>
              <a:gd name="connsiteY52" fmla="*/ 345252 h 4652962"/>
              <a:gd name="connsiteX53" fmla="*/ 948856 w 8940799"/>
              <a:gd name="connsiteY53" fmla="*/ 660791 h 4652962"/>
              <a:gd name="connsiteX54" fmla="*/ 1006764 w 8940799"/>
              <a:gd name="connsiteY54" fmla="*/ 660791 h 4652962"/>
              <a:gd name="connsiteX55" fmla="*/ 1030022 w 8940799"/>
              <a:gd name="connsiteY55" fmla="*/ 586414 h 4652962"/>
              <a:gd name="connsiteX56" fmla="*/ 1173199 w 8940799"/>
              <a:gd name="connsiteY56" fmla="*/ 586414 h 4652962"/>
              <a:gd name="connsiteX57" fmla="*/ 1196909 w 8940799"/>
              <a:gd name="connsiteY57" fmla="*/ 660791 h 4652962"/>
              <a:gd name="connsiteX58" fmla="*/ 1254821 w 8940799"/>
              <a:gd name="connsiteY58" fmla="*/ 660791 h 4652962"/>
              <a:gd name="connsiteX59" fmla="*/ 1151769 w 8940799"/>
              <a:gd name="connsiteY59" fmla="*/ 345252 h 4652962"/>
              <a:gd name="connsiteX60" fmla="*/ 2948099 w 8940799"/>
              <a:gd name="connsiteY60" fmla="*/ 337141 h 4652962"/>
              <a:gd name="connsiteX61" fmla="*/ 2779394 w 8940799"/>
              <a:gd name="connsiteY61" fmla="*/ 503025 h 4652962"/>
              <a:gd name="connsiteX62" fmla="*/ 2948099 w 8940799"/>
              <a:gd name="connsiteY62" fmla="*/ 668909 h 4652962"/>
              <a:gd name="connsiteX63" fmla="*/ 3117273 w 8940799"/>
              <a:gd name="connsiteY63" fmla="*/ 503025 h 4652962"/>
              <a:gd name="connsiteX64" fmla="*/ 2948099 w 8940799"/>
              <a:gd name="connsiteY64" fmla="*/ 337141 h 4652962"/>
              <a:gd name="connsiteX65" fmla="*/ 2174819 w 8940799"/>
              <a:gd name="connsiteY65" fmla="*/ 337141 h 4652962"/>
              <a:gd name="connsiteX66" fmla="*/ 2006102 w 8940799"/>
              <a:gd name="connsiteY66" fmla="*/ 503025 h 4652962"/>
              <a:gd name="connsiteX67" fmla="*/ 2174819 w 8940799"/>
              <a:gd name="connsiteY67" fmla="*/ 668909 h 4652962"/>
              <a:gd name="connsiteX68" fmla="*/ 2343994 w 8940799"/>
              <a:gd name="connsiteY68" fmla="*/ 503025 h 4652962"/>
              <a:gd name="connsiteX69" fmla="*/ 2174819 w 8940799"/>
              <a:gd name="connsiteY69" fmla="*/ 337141 h 4652962"/>
              <a:gd name="connsiteX70" fmla="*/ 551025 w 8940799"/>
              <a:gd name="connsiteY70" fmla="*/ 333374 h 4652962"/>
              <a:gd name="connsiteX71" fmla="*/ 519172 w 8940799"/>
              <a:gd name="connsiteY71" fmla="*/ 355652 h 4652962"/>
              <a:gd name="connsiteX72" fmla="*/ 340157 w 8940799"/>
              <a:gd name="connsiteY72" fmla="*/ 635323 h 4652962"/>
              <a:gd name="connsiteX73" fmla="*/ 334963 w 8940799"/>
              <a:gd name="connsiteY73" fmla="*/ 651774 h 4652962"/>
              <a:gd name="connsiteX74" fmla="*/ 369588 w 8940799"/>
              <a:gd name="connsiteY74" fmla="*/ 672681 h 4652962"/>
              <a:gd name="connsiteX75" fmla="*/ 643140 w 8940799"/>
              <a:gd name="connsiteY75" fmla="*/ 522596 h 4652962"/>
              <a:gd name="connsiteX76" fmla="*/ 648862 w 8940799"/>
              <a:gd name="connsiteY76" fmla="*/ 519443 h 4652962"/>
              <a:gd name="connsiteX77" fmla="*/ 668406 w 8940799"/>
              <a:gd name="connsiteY77" fmla="*/ 566090 h 4652962"/>
              <a:gd name="connsiteX78" fmla="*/ 780247 w 8940799"/>
              <a:gd name="connsiteY78" fmla="*/ 672681 h 4652962"/>
              <a:gd name="connsiteX79" fmla="*/ 823876 w 8940799"/>
              <a:gd name="connsiteY79" fmla="*/ 672681 h 4652962"/>
              <a:gd name="connsiteX80" fmla="*/ 845690 w 8940799"/>
              <a:gd name="connsiteY80" fmla="*/ 651774 h 4652962"/>
              <a:gd name="connsiteX81" fmla="*/ 843265 w 8940799"/>
              <a:gd name="connsiteY81" fmla="*/ 642863 h 4652962"/>
              <a:gd name="connsiteX82" fmla="*/ 768822 w 8940799"/>
              <a:gd name="connsiteY82" fmla="*/ 529418 h 4652962"/>
              <a:gd name="connsiteX83" fmla="*/ 712034 w 8940799"/>
              <a:gd name="connsiteY83" fmla="*/ 494802 h 4652962"/>
              <a:gd name="connsiteX84" fmla="*/ 679710 w 8940799"/>
              <a:gd name="connsiteY84" fmla="*/ 502445 h 4652962"/>
              <a:gd name="connsiteX85" fmla="*/ 648862 w 8940799"/>
              <a:gd name="connsiteY85" fmla="*/ 519443 h 4652962"/>
              <a:gd name="connsiteX86" fmla="*/ 582535 w 8940799"/>
              <a:gd name="connsiteY86" fmla="*/ 361135 h 4652962"/>
              <a:gd name="connsiteX87" fmla="*/ 551025 w 8940799"/>
              <a:gd name="connsiteY87" fmla="*/ 333374 h 4652962"/>
              <a:gd name="connsiteX88" fmla="*/ 0 w 8940799"/>
              <a:gd name="connsiteY88" fmla="*/ 0 h 4652962"/>
              <a:gd name="connsiteX89" fmla="*/ 8940799 w 8940799"/>
              <a:gd name="connsiteY89" fmla="*/ 0 h 4652962"/>
              <a:gd name="connsiteX90" fmla="*/ 8940799 w 8940799"/>
              <a:gd name="connsiteY90" fmla="*/ 4652962 h 4652962"/>
              <a:gd name="connsiteX91" fmla="*/ 0 w 8940799"/>
              <a:gd name="connsiteY91" fmla="*/ 4652962 h 465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8940799" h="4652962">
                <a:moveTo>
                  <a:pt x="2948099" y="387177"/>
                </a:moveTo>
                <a:cubicBezTo>
                  <a:pt x="3011482" y="387177"/>
                  <a:pt x="3060726" y="436761"/>
                  <a:pt x="3060726" y="503025"/>
                </a:cubicBezTo>
                <a:cubicBezTo>
                  <a:pt x="3060726" y="568837"/>
                  <a:pt x="3011482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1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3" y="387177"/>
                  <a:pt x="2287446" y="436761"/>
                  <a:pt x="2287446" y="503025"/>
                </a:cubicBezTo>
                <a:cubicBezTo>
                  <a:pt x="2287446" y="568837"/>
                  <a:pt x="2238203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2"/>
                </a:moveTo>
                <a:lnTo>
                  <a:pt x="2680793" y="660792"/>
                </a:lnTo>
                <a:lnTo>
                  <a:pt x="2735513" y="660792"/>
                </a:lnTo>
                <a:lnTo>
                  <a:pt x="2735513" y="345252"/>
                </a:lnTo>
                <a:close/>
                <a:moveTo>
                  <a:pt x="2348643" y="345252"/>
                </a:moveTo>
                <a:lnTo>
                  <a:pt x="2452604" y="660792"/>
                </a:lnTo>
                <a:lnTo>
                  <a:pt x="2546987" y="660792"/>
                </a:lnTo>
                <a:lnTo>
                  <a:pt x="2652322" y="345252"/>
                </a:lnTo>
                <a:lnTo>
                  <a:pt x="2593956" y="345252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2"/>
                </a:lnTo>
                <a:close/>
                <a:moveTo>
                  <a:pt x="1600441" y="345252"/>
                </a:moveTo>
                <a:lnTo>
                  <a:pt x="1600441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7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2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1"/>
                </a:moveTo>
                <a:cubicBezTo>
                  <a:pt x="2851887" y="337141"/>
                  <a:pt x="2779394" y="408814"/>
                  <a:pt x="2779394" y="503025"/>
                </a:cubicBezTo>
                <a:cubicBezTo>
                  <a:pt x="2779394" y="597235"/>
                  <a:pt x="2851887" y="668909"/>
                  <a:pt x="2948099" y="668909"/>
                </a:cubicBezTo>
                <a:cubicBezTo>
                  <a:pt x="3044768" y="668909"/>
                  <a:pt x="3117273" y="597235"/>
                  <a:pt x="3117273" y="503025"/>
                </a:cubicBezTo>
                <a:cubicBezTo>
                  <a:pt x="3117273" y="408814"/>
                  <a:pt x="3044768" y="337141"/>
                  <a:pt x="2948099" y="337141"/>
                </a:cubicBezTo>
                <a:close/>
                <a:moveTo>
                  <a:pt x="2174819" y="337141"/>
                </a:moveTo>
                <a:cubicBezTo>
                  <a:pt x="2078606" y="337141"/>
                  <a:pt x="2006102" y="408814"/>
                  <a:pt x="2006102" y="503025"/>
                </a:cubicBezTo>
                <a:cubicBezTo>
                  <a:pt x="2006102" y="597235"/>
                  <a:pt x="2078606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3"/>
                </a:lnTo>
                <a:cubicBezTo>
                  <a:pt x="336694" y="640806"/>
                  <a:pt x="334963" y="645606"/>
                  <a:pt x="334963" y="651774"/>
                </a:cubicBezTo>
                <a:cubicBezTo>
                  <a:pt x="334963" y="665826"/>
                  <a:pt x="343965" y="672681"/>
                  <a:pt x="369588" y="672681"/>
                </a:cubicBezTo>
                <a:cubicBezTo>
                  <a:pt x="467492" y="672681"/>
                  <a:pt x="566175" y="572624"/>
                  <a:pt x="643140" y="522596"/>
                </a:cubicBezTo>
                <a:lnTo>
                  <a:pt x="648862" y="519443"/>
                </a:lnTo>
                <a:lnTo>
                  <a:pt x="668406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4" y="672681"/>
                  <a:pt x="845690" y="662057"/>
                  <a:pt x="845690" y="651774"/>
                </a:cubicBezTo>
                <a:cubicBezTo>
                  <a:pt x="845690" y="648689"/>
                  <a:pt x="844995" y="645606"/>
                  <a:pt x="843265" y="642863"/>
                </a:cubicBezTo>
                <a:lnTo>
                  <a:pt x="768822" y="529418"/>
                </a:lnTo>
                <a:cubicBezTo>
                  <a:pt x="752548" y="504741"/>
                  <a:pt x="732463" y="494802"/>
                  <a:pt x="712034" y="494802"/>
                </a:cubicBezTo>
                <a:cubicBezTo>
                  <a:pt x="702036" y="494802"/>
                  <a:pt x="691226" y="497581"/>
                  <a:pt x="679710" y="502445"/>
                </a:cubicBezTo>
                <a:lnTo>
                  <a:pt x="648862" y="519443"/>
                </a:lnTo>
                <a:lnTo>
                  <a:pt x="582535" y="361135"/>
                </a:lnTo>
                <a:cubicBezTo>
                  <a:pt x="574918" y="342970"/>
                  <a:pt x="564183" y="333374"/>
                  <a:pt x="551025" y="333374"/>
                </a:cubicBezTo>
                <a:close/>
                <a:moveTo>
                  <a:pt x="0" y="0"/>
                </a:moveTo>
                <a:lnTo>
                  <a:pt x="8940799" y="0"/>
                </a:lnTo>
                <a:lnTo>
                  <a:pt x="8940799" y="4652962"/>
                </a:lnTo>
                <a:lnTo>
                  <a:pt x="0" y="465296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pPr lvl="0"/>
            <a:r>
              <a:rPr lang="en-US" noProof="0"/>
              <a:t>  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267026"/>
            <a:ext cx="8481778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3176588"/>
            <a:ext cx="8481778" cy="1160896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805EA7A-6A3D-5DC1-4F46-474C4B7AB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pic>
        <p:nvPicPr>
          <p:cNvPr id="5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660920D-43F9-7B58-1321-630F3896BC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CD6DA41-7BB2-7A74-33FF-33533D1A5EF2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363343391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pos="5632" userDrawn="1">
          <p15:clr>
            <a:srgbClr val="FBAE40"/>
          </p15:clr>
        </p15:guide>
        <p15:guide id="4" orient="horz" pos="2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331290A-7A68-D600-DD29-47AC0724E4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8" y="0"/>
            <a:ext cx="6024562" cy="61658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1438"/>
            <a:ext cx="5689599" cy="1077110"/>
          </a:xfrm>
        </p:spPr>
        <p:txBody>
          <a:bodyPr/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2636838"/>
            <a:ext cx="5689599" cy="539750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53A68F98-C9EE-ED7C-DD81-A181BBEC2A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4" y="5860762"/>
            <a:ext cx="4886981" cy="358776"/>
          </a:xfrm>
        </p:spPr>
        <p:txBody>
          <a:bodyPr anchor="b"/>
          <a:lstStyle>
            <a:lvl1pPr algn="l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pic>
        <p:nvPicPr>
          <p:cNvPr id="3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39D3D90D-3274-BA54-A05A-A435508AE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82E44707-2CEB-F85E-0640-C3ABEC5F7814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300100854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orient="horz" pos="1661" userDrawn="1">
          <p15:clr>
            <a:srgbClr val="FBAE40"/>
          </p15:clr>
        </p15:guide>
        <p15:guide id="5" pos="379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2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327861F-297D-2146-0A1B-BFC60A04A3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331290A-7A68-D600-DD29-47AC0724E4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9" y="0"/>
            <a:ext cx="6024561" cy="61658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1438"/>
            <a:ext cx="5689599" cy="1077110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2636838"/>
            <a:ext cx="5689599" cy="539750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2866DC99-4494-EFC6-AF87-4FF478E1F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4" y="5860762"/>
            <a:ext cx="4886981" cy="358776"/>
          </a:xfrm>
        </p:spPr>
        <p:txBody>
          <a:bodyPr anchor="b"/>
          <a:lstStyle>
            <a:lvl1pPr algn="l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pic>
        <p:nvPicPr>
          <p:cNvPr id="5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95D735BF-CA9B-EB15-A3D7-2113DCBC08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9A6432B-3249-3C7D-90A8-539210C8892E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32229214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orient="horz" pos="1661" userDrawn="1">
          <p15:clr>
            <a:srgbClr val="FBAE40"/>
          </p15:clr>
        </p15:guide>
        <p15:guide id="5" pos="379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31579F21-5F91-69A7-117F-90F177F5A1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4963" y="2"/>
            <a:ext cx="11857036" cy="4400549"/>
          </a:xfrm>
          <a:custGeom>
            <a:avLst/>
            <a:gdLst>
              <a:gd name="connsiteX0" fmla="*/ 0 w 11857036"/>
              <a:gd name="connsiteY0" fmla="*/ 0 h 4400549"/>
              <a:gd name="connsiteX1" fmla="*/ 11857036 w 11857036"/>
              <a:gd name="connsiteY1" fmla="*/ 0 h 4400549"/>
              <a:gd name="connsiteX2" fmla="*/ 11857036 w 11857036"/>
              <a:gd name="connsiteY2" fmla="*/ 4400549 h 4400549"/>
              <a:gd name="connsiteX3" fmla="*/ 0 w 11857036"/>
              <a:gd name="connsiteY3" fmla="*/ 4400549 h 440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7036" h="4400549">
                <a:moveTo>
                  <a:pt x="0" y="0"/>
                </a:moveTo>
                <a:lnTo>
                  <a:pt x="11857036" y="0"/>
                </a:lnTo>
                <a:lnTo>
                  <a:pt x="11857036" y="4400549"/>
                </a:lnTo>
                <a:lnTo>
                  <a:pt x="0" y="44005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1CAC72A-FE0D-F920-D014-1019C08A3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1966" y="0"/>
            <a:ext cx="5990032" cy="4400550"/>
          </a:xfrm>
          <a:gradFill flip="none" rotWithShape="1">
            <a:gsLst>
              <a:gs pos="14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4721193"/>
            <a:ext cx="11522075" cy="526746"/>
          </a:xfrm>
        </p:spPr>
        <p:txBody>
          <a:bodyPr/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 in one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465878"/>
            <a:ext cx="11522075" cy="519761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64ED25CE-745E-71B4-D9E3-A4E3D9298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8648" y="5995264"/>
            <a:ext cx="6428390" cy="224274"/>
          </a:xfrm>
        </p:spPr>
        <p:txBody>
          <a:bodyPr anchor="b"/>
          <a:lstStyle>
            <a:lvl1pPr algn="r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7C3209BA-147A-9184-F6D7-763A59CD3C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4727" y="335033"/>
            <a:ext cx="2788659" cy="339307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txBody>
          <a:bodyPr/>
          <a:lstStyle>
            <a:lvl1pPr>
              <a:defRPr lang="de-DE" dirty="0"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47549-AF23-8FDD-538B-9E27677E4D79}"/>
              </a:ext>
            </a:extLst>
          </p:cNvPr>
          <p:cNvSpPr txBox="1"/>
          <p:nvPr userDrawn="1"/>
        </p:nvSpPr>
        <p:spPr>
          <a:xfrm>
            <a:off x="-3041253" y="0"/>
            <a:ext cx="2712643" cy="22574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Info:</a:t>
            </a:r>
          </a:p>
          <a:p>
            <a:r>
              <a:rPr lang="en-US" sz="1200">
                <a:solidFill>
                  <a:srgbClr val="FF0000"/>
                </a:solidFill>
              </a:rPr>
              <a:t>Please ensure that the logo remains clearly visible at all times. Adjust the background gradient as necessary (e.g., by lightening, darkening, or removing it) to maintain optimal logo visibility.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Click on gradient &gt; Right Click</a:t>
            </a:r>
          </a:p>
          <a:p>
            <a:r>
              <a:rPr lang="en-US" sz="1200">
                <a:solidFill>
                  <a:srgbClr val="FF0000"/>
                </a:solidFill>
              </a:rPr>
              <a:t>&gt; Format Shape &gt; Fill &gt; Gradient Fill</a:t>
            </a:r>
          </a:p>
          <a:p>
            <a:endParaRPr lang="en-US" sz="1200">
              <a:solidFill>
                <a:srgbClr val="FF0000"/>
              </a:solidFill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4D8B18-1CB7-9424-DD64-F930DE3C25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177907" y="2012012"/>
            <a:ext cx="1479678" cy="117634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17B8A-245A-5492-A89B-6E0F4AB8AC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04975" y="2016776"/>
            <a:ext cx="1479678" cy="3421430"/>
          </a:xfrm>
          <a:prstGeom prst="rect">
            <a:avLst/>
          </a:prstGeom>
        </p:spPr>
      </p:pic>
      <p:pic>
        <p:nvPicPr>
          <p:cNvPr id="13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7264D893-B1E6-D4DA-DA27-BC87C09F72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738096E5-BB36-9C09-8635-77878E2492EA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388028843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772" userDrawn="1">
          <p15:clr>
            <a:srgbClr val="FBAE40"/>
          </p15:clr>
        </p15:guide>
        <p15:guide id="2" orient="horz" pos="343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orange, Farbigkeit, Bernstein, Screenshot enthält.&#10;&#10;KI-generierte Inhalte können fehlerhaft sein.">
            <a:extLst>
              <a:ext uri="{FF2B5EF4-FFF2-40B4-BE49-F238E27FC236}">
                <a16:creationId xmlns:a16="http://schemas.microsoft.com/office/drawing/2014/main" id="{5F359CC9-B01B-D22B-5393-566931D26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0800000">
            <a:off x="-2" y="0"/>
            <a:ext cx="12192001" cy="6884276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September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4721193"/>
            <a:ext cx="11522075" cy="526746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 in one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465878"/>
            <a:ext cx="11522075" cy="519761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64ED25CE-745E-71B4-D9E3-A4E3D9298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8648" y="5995264"/>
            <a:ext cx="6428390" cy="224274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72E3D06-796F-886D-418D-9E1FBE9F467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4963" y="2"/>
            <a:ext cx="11857036" cy="4400549"/>
          </a:xfrm>
          <a:custGeom>
            <a:avLst/>
            <a:gdLst>
              <a:gd name="connsiteX0" fmla="*/ 0 w 11857036"/>
              <a:gd name="connsiteY0" fmla="*/ 0 h 4400549"/>
              <a:gd name="connsiteX1" fmla="*/ 11857036 w 11857036"/>
              <a:gd name="connsiteY1" fmla="*/ 0 h 4400549"/>
              <a:gd name="connsiteX2" fmla="*/ 11857036 w 11857036"/>
              <a:gd name="connsiteY2" fmla="*/ 4400549 h 4400549"/>
              <a:gd name="connsiteX3" fmla="*/ 0 w 11857036"/>
              <a:gd name="connsiteY3" fmla="*/ 4400549 h 440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7036" h="4400549">
                <a:moveTo>
                  <a:pt x="0" y="0"/>
                </a:moveTo>
                <a:lnTo>
                  <a:pt x="11857036" y="0"/>
                </a:lnTo>
                <a:lnTo>
                  <a:pt x="11857036" y="4400549"/>
                </a:lnTo>
                <a:lnTo>
                  <a:pt x="0" y="44005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 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FBB727E-C9A8-CD25-4F2E-0601CA0BF2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0774" y="-1"/>
            <a:ext cx="5991223" cy="4400551"/>
          </a:xfrm>
          <a:gradFill flip="none" rotWithShape="1">
            <a:gsLst>
              <a:gs pos="14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A2D363B-374B-25D5-AFE3-562FF87024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4727" y="335033"/>
            <a:ext cx="2788659" cy="339307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ECD35-9A71-0ECF-027F-79989BEA2075}"/>
              </a:ext>
            </a:extLst>
          </p:cNvPr>
          <p:cNvSpPr txBox="1"/>
          <p:nvPr userDrawn="1"/>
        </p:nvSpPr>
        <p:spPr>
          <a:xfrm>
            <a:off x="-3041253" y="0"/>
            <a:ext cx="2712643" cy="22574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Info:</a:t>
            </a:r>
          </a:p>
          <a:p>
            <a:r>
              <a:rPr lang="en-US" sz="1200">
                <a:solidFill>
                  <a:srgbClr val="FF0000"/>
                </a:solidFill>
              </a:rPr>
              <a:t>Please ensure that the logo remains clearly visible at all times. Adjust the background gradient as necessary (e.g., by lightening, darkening, or removing it) to maintain optimal logo visibility.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Click on gradient &gt; Right Click</a:t>
            </a:r>
          </a:p>
          <a:p>
            <a:r>
              <a:rPr lang="en-US" sz="1200">
                <a:solidFill>
                  <a:srgbClr val="FF0000"/>
                </a:solidFill>
              </a:rPr>
              <a:t>&gt; Format Shape &gt; Fill &gt; Gradient Fill</a:t>
            </a:r>
          </a:p>
          <a:p>
            <a:endParaRPr lang="en-US" sz="1200">
              <a:solidFill>
                <a:srgbClr val="FF0000"/>
              </a:solidFill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A75276-DDFC-EA5E-16FE-C1E55ADB81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177907" y="2012012"/>
            <a:ext cx="1479678" cy="117634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1D71C9-FC21-F12D-EF4C-116F0668AF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04975" y="2016776"/>
            <a:ext cx="1479678" cy="3421430"/>
          </a:xfrm>
          <a:prstGeom prst="rect">
            <a:avLst/>
          </a:prstGeom>
        </p:spPr>
      </p:pic>
      <p:pic>
        <p:nvPicPr>
          <p:cNvPr id="14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C6A75E7-F66E-A829-41D4-C6858766007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08320" y="668455"/>
            <a:ext cx="3374630" cy="2625779"/>
          </a:xfrm>
          <a:prstGeom prst="rect">
            <a:avLst/>
          </a:prstGeom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E2049117-C526-C64C-99BB-2AD83DCC5DA8}"/>
              </a:ext>
            </a:extLst>
          </p:cNvPr>
          <p:cNvSpPr txBox="1"/>
          <p:nvPr userDrawn="1"/>
        </p:nvSpPr>
        <p:spPr>
          <a:xfrm>
            <a:off x="12608320" y="0"/>
            <a:ext cx="2484043" cy="59317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Editing Footer:</a:t>
            </a:r>
          </a:p>
          <a:p>
            <a:r>
              <a:rPr lang="en-US" sz="1200">
                <a:solidFill>
                  <a:srgbClr val="FF0000"/>
                </a:solidFill>
              </a:rPr>
              <a:t>Insert &gt; </a:t>
            </a:r>
            <a:r>
              <a:rPr lang="en-US" sz="1200" err="1">
                <a:solidFill>
                  <a:srgbClr val="FF0000"/>
                </a:solidFill>
              </a:rPr>
              <a:t>Header&amp;Footer</a:t>
            </a:r>
            <a:r>
              <a:rPr lang="en-US" sz="1200">
                <a:solidFill>
                  <a:srgbClr val="FF0000"/>
                </a:solidFill>
              </a:rPr>
              <a:t> &gt; Slide</a:t>
            </a:r>
          </a:p>
        </p:txBody>
      </p:sp>
    </p:spTree>
    <p:extLst>
      <p:ext uri="{BB962C8B-B14F-4D97-AF65-F5344CB8AC3E}">
        <p14:creationId xmlns:p14="http://schemas.microsoft.com/office/powerpoint/2010/main" val="125381536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772" userDrawn="1">
          <p15:clr>
            <a:srgbClr val="FBAE40"/>
          </p15:clr>
        </p15:guide>
        <p15:guide id="2" orient="horz" pos="343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D9A027-3BED-83B8-9A58-30404C3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9A6C0B7-B99F-2D16-4611-3E08E396D4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81491" y="1512738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2CECB4-1652-D4BC-65A1-E40AC4F17E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127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34" name="Textplatzhalter 8">
            <a:extLst>
              <a:ext uri="{FF2B5EF4-FFF2-40B4-BE49-F238E27FC236}">
                <a16:creationId xmlns:a16="http://schemas.microsoft.com/office/drawing/2014/main" id="{FE5694A8-1106-4877-D542-D35A66E0010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81491" y="2121696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5" name="Textplatzhalter 8">
            <a:extLst>
              <a:ext uri="{FF2B5EF4-FFF2-40B4-BE49-F238E27FC236}">
                <a16:creationId xmlns:a16="http://schemas.microsoft.com/office/drawing/2014/main" id="{4F54E7F5-157E-3405-BBDD-7F2F99B97FD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4963" y="21350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36" name="Textplatzhalter 8">
            <a:extLst>
              <a:ext uri="{FF2B5EF4-FFF2-40B4-BE49-F238E27FC236}">
                <a16:creationId xmlns:a16="http://schemas.microsoft.com/office/drawing/2014/main" id="{461003D4-1C01-4D60-B701-EFF3B932CC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81491" y="2750635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7" name="Textplatzhalter 8">
            <a:extLst>
              <a:ext uri="{FF2B5EF4-FFF2-40B4-BE49-F238E27FC236}">
                <a16:creationId xmlns:a16="http://schemas.microsoft.com/office/drawing/2014/main" id="{D64E8A48-851B-B7EE-E229-C95AAB1011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4963" y="27573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38" name="Textplatzhalter 8">
            <a:extLst>
              <a:ext uri="{FF2B5EF4-FFF2-40B4-BE49-F238E27FC236}">
                <a16:creationId xmlns:a16="http://schemas.microsoft.com/office/drawing/2014/main" id="{9887CBA8-C190-27D3-A0BA-6CBFA30598A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381491" y="3377259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39" name="Textplatzhalter 8">
            <a:extLst>
              <a:ext uri="{FF2B5EF4-FFF2-40B4-BE49-F238E27FC236}">
                <a16:creationId xmlns:a16="http://schemas.microsoft.com/office/drawing/2014/main" id="{A7670571-7CB2-972D-9293-715EE4C990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3" y="33796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40" name="Textplatzhalter 8">
            <a:extLst>
              <a:ext uri="{FF2B5EF4-FFF2-40B4-BE49-F238E27FC236}">
                <a16:creationId xmlns:a16="http://schemas.microsoft.com/office/drawing/2014/main" id="{03B7071A-ABF2-D58A-46E4-C0ADEF35E06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381491" y="4001938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41" name="Textplatzhalter 8">
            <a:extLst>
              <a:ext uri="{FF2B5EF4-FFF2-40B4-BE49-F238E27FC236}">
                <a16:creationId xmlns:a16="http://schemas.microsoft.com/office/drawing/2014/main" id="{5968CB0D-1603-491F-DDFA-68DD9D46E64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4963" y="40019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42" name="Textplatzhalter 8">
            <a:extLst>
              <a:ext uri="{FF2B5EF4-FFF2-40B4-BE49-F238E27FC236}">
                <a16:creationId xmlns:a16="http://schemas.microsoft.com/office/drawing/2014/main" id="{351D471E-E924-C143-9870-91BBAC5E819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1381491" y="4618631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6</a:t>
            </a:r>
          </a:p>
        </p:txBody>
      </p:sp>
      <p:sp>
        <p:nvSpPr>
          <p:cNvPr id="43" name="Textplatzhalter 8">
            <a:extLst>
              <a:ext uri="{FF2B5EF4-FFF2-40B4-BE49-F238E27FC236}">
                <a16:creationId xmlns:a16="http://schemas.microsoft.com/office/drawing/2014/main" id="{0C9FBE99-FCAB-8B9D-133C-0D54BA90AE9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4963" y="46242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44" name="Textplatzhalter 8">
            <a:extLst>
              <a:ext uri="{FF2B5EF4-FFF2-40B4-BE49-F238E27FC236}">
                <a16:creationId xmlns:a16="http://schemas.microsoft.com/office/drawing/2014/main" id="{23DBAE38-A905-50F9-3CDB-827EF4F4FA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381491" y="5246536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26CF9BF5-7485-26A9-0CBC-0A68B2D096F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4963" y="5246537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56" name="Textplatzhalter 55">
            <a:extLst>
              <a:ext uri="{FF2B5EF4-FFF2-40B4-BE49-F238E27FC236}">
                <a16:creationId xmlns:a16="http://schemas.microsoft.com/office/drawing/2014/main" id="{6556939C-01F2-839B-D3E9-928C39DDF67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34963" y="1334101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6BDFF060-93FF-9318-741D-C878C88C206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5704765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58" name="Textplatzhalter 55">
            <a:extLst>
              <a:ext uri="{FF2B5EF4-FFF2-40B4-BE49-F238E27FC236}">
                <a16:creationId xmlns:a16="http://schemas.microsoft.com/office/drawing/2014/main" id="{A3CBA179-5E42-4C38-F106-696B6A7EA6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4963" y="1958482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59" name="Textplatzhalter 55">
            <a:extLst>
              <a:ext uri="{FF2B5EF4-FFF2-40B4-BE49-F238E27FC236}">
                <a16:creationId xmlns:a16="http://schemas.microsoft.com/office/drawing/2014/main" id="{DB4FE160-2C77-DF3C-8B98-B82C96F546B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2582863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0" name="Textplatzhalter 55">
            <a:extLst>
              <a:ext uri="{FF2B5EF4-FFF2-40B4-BE49-F238E27FC236}">
                <a16:creationId xmlns:a16="http://schemas.microsoft.com/office/drawing/2014/main" id="{E4629828-70F4-A3E0-FD60-00ED65427D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3207244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1" name="Textplatzhalter 55">
            <a:extLst>
              <a:ext uri="{FF2B5EF4-FFF2-40B4-BE49-F238E27FC236}">
                <a16:creationId xmlns:a16="http://schemas.microsoft.com/office/drawing/2014/main" id="{BC29B5D1-B6FD-DD22-C982-C99FFC0E261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3831625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2" name="Textplatzhalter 55">
            <a:extLst>
              <a:ext uri="{FF2B5EF4-FFF2-40B4-BE49-F238E27FC236}">
                <a16:creationId xmlns:a16="http://schemas.microsoft.com/office/drawing/2014/main" id="{391EF945-35F2-F296-FFDD-6637464BCAA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4456006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3" name="Textplatzhalter 55">
            <a:extLst>
              <a:ext uri="{FF2B5EF4-FFF2-40B4-BE49-F238E27FC236}">
                <a16:creationId xmlns:a16="http://schemas.microsoft.com/office/drawing/2014/main" id="{0231E966-DE33-B567-97C3-4C388DEC755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34963" y="5080387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7251156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D9A027-3BED-83B8-9A58-30404C3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9A6C0B7-B99F-2D16-4611-3E08E396D4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9684" y="144569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2CECB4-1652-D4BC-65A1-E40AC4F17E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139" y="144569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13" name="Textplatzhalter 55">
            <a:extLst>
              <a:ext uri="{FF2B5EF4-FFF2-40B4-BE49-F238E27FC236}">
                <a16:creationId xmlns:a16="http://schemas.microsoft.com/office/drawing/2014/main" id="{381B5D72-8808-7F48-84A9-B71387CAF7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5999512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4" name="Textplatzhalter 55">
            <a:extLst>
              <a:ext uri="{FF2B5EF4-FFF2-40B4-BE49-F238E27FC236}">
                <a16:creationId xmlns:a16="http://schemas.microsoft.com/office/drawing/2014/main" id="{4632EF5C-99C0-14E9-BC7C-60EDF35E322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4963" y="548112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5" name="Textplatzhalter 55">
            <a:extLst>
              <a:ext uri="{FF2B5EF4-FFF2-40B4-BE49-F238E27FC236}">
                <a16:creationId xmlns:a16="http://schemas.microsoft.com/office/drawing/2014/main" id="{01372B50-908C-E614-86AA-CFD4C48F96E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496274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6" name="Textplatzhalter 55">
            <a:extLst>
              <a:ext uri="{FF2B5EF4-FFF2-40B4-BE49-F238E27FC236}">
                <a16:creationId xmlns:a16="http://schemas.microsoft.com/office/drawing/2014/main" id="{02F80C3A-090A-B47B-E6F5-945D54C6FD7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444436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7" name="Textplatzhalter 55">
            <a:extLst>
              <a:ext uri="{FF2B5EF4-FFF2-40B4-BE49-F238E27FC236}">
                <a16:creationId xmlns:a16="http://schemas.microsoft.com/office/drawing/2014/main" id="{0B0BC624-48A0-C1A4-5B55-83CC30BE12C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392599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8" name="Textplatzhalter 55">
            <a:extLst>
              <a:ext uri="{FF2B5EF4-FFF2-40B4-BE49-F238E27FC236}">
                <a16:creationId xmlns:a16="http://schemas.microsoft.com/office/drawing/2014/main" id="{9893986A-A8A0-482C-5441-F6C66E4EFE5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3407613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9" name="Textplatzhalter 55">
            <a:extLst>
              <a:ext uri="{FF2B5EF4-FFF2-40B4-BE49-F238E27FC236}">
                <a16:creationId xmlns:a16="http://schemas.microsoft.com/office/drawing/2014/main" id="{6DDB1DB3-D0CB-F649-2E85-8B44DA0204B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34963" y="288923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0" name="Textplatzhalter 55">
            <a:extLst>
              <a:ext uri="{FF2B5EF4-FFF2-40B4-BE49-F238E27FC236}">
                <a16:creationId xmlns:a16="http://schemas.microsoft.com/office/drawing/2014/main" id="{23139F2B-1899-62EB-3C65-BC4D53360A8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34963" y="237085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1" name="Textplatzhalter 55">
            <a:extLst>
              <a:ext uri="{FF2B5EF4-FFF2-40B4-BE49-F238E27FC236}">
                <a16:creationId xmlns:a16="http://schemas.microsoft.com/office/drawing/2014/main" id="{B4EF5ACF-5489-8459-229B-EABAC9B72AE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5588" y="185247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26F524A7-DC66-CC59-C8B4-C418C81227C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69684" y="196406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52CFAE2C-0BC8-2FED-D05B-250C1A0D8A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38139" y="196406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DFAE61E4-B5D0-8CCA-42F9-402CA34E238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369684" y="248244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03015500-45F7-5F3D-216E-7ED0CA68932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8139" y="248244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AF94A1A-085B-6F01-29BF-519A0EC0FB6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369684" y="300082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E312CBB9-E1BC-54AC-4A1D-150E31D3EF1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8139" y="300082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0FE8FC1B-CCA6-A883-7FE6-5498DB0F2B9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369684" y="3519202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C5411300-393E-576A-F8AB-9977E5EFEE9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38138" y="3519202"/>
            <a:ext cx="4883081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33" name="Textplatzhalter 8">
            <a:extLst>
              <a:ext uri="{FF2B5EF4-FFF2-40B4-BE49-F238E27FC236}">
                <a16:creationId xmlns:a16="http://schemas.microsoft.com/office/drawing/2014/main" id="{2270DF76-64D9-992B-2861-9305D89EDA6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69684" y="403758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6</a:t>
            </a:r>
          </a:p>
        </p:txBody>
      </p:sp>
      <p:sp>
        <p:nvSpPr>
          <p:cNvPr id="46" name="Textplatzhalter 8">
            <a:extLst>
              <a:ext uri="{FF2B5EF4-FFF2-40B4-BE49-F238E27FC236}">
                <a16:creationId xmlns:a16="http://schemas.microsoft.com/office/drawing/2014/main" id="{0C30C551-6658-59E5-82BC-A582CE02921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8139" y="403758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47" name="Textplatzhalter 8">
            <a:extLst>
              <a:ext uri="{FF2B5EF4-FFF2-40B4-BE49-F238E27FC236}">
                <a16:creationId xmlns:a16="http://schemas.microsoft.com/office/drawing/2014/main" id="{7AE18601-7F48-D57F-CB39-6530B359D39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369684" y="455595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48" name="Textplatzhalter 8">
            <a:extLst>
              <a:ext uri="{FF2B5EF4-FFF2-40B4-BE49-F238E27FC236}">
                <a16:creationId xmlns:a16="http://schemas.microsoft.com/office/drawing/2014/main" id="{8E1BCBB5-AB8E-682B-7309-EAFC8B87EFC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38139" y="455595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A0B7D88C-90E7-1F03-CBD8-D7568E4F1F0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369684" y="507433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50" name="Textplatzhalter 8">
            <a:extLst>
              <a:ext uri="{FF2B5EF4-FFF2-40B4-BE49-F238E27FC236}">
                <a16:creationId xmlns:a16="http://schemas.microsoft.com/office/drawing/2014/main" id="{8EA0CD66-51D5-F6EC-F1F0-E25A904EEE82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38139" y="507433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51" name="Textplatzhalter 8">
            <a:extLst>
              <a:ext uri="{FF2B5EF4-FFF2-40B4-BE49-F238E27FC236}">
                <a16:creationId xmlns:a16="http://schemas.microsoft.com/office/drawing/2014/main" id="{70965C48-21D4-4BA3-8D4A-5BA5D4ACB54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369684" y="559271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9</a:t>
            </a:r>
          </a:p>
        </p:txBody>
      </p:sp>
      <p:sp>
        <p:nvSpPr>
          <p:cNvPr id="52" name="Textplatzhalter 8">
            <a:extLst>
              <a:ext uri="{FF2B5EF4-FFF2-40B4-BE49-F238E27FC236}">
                <a16:creationId xmlns:a16="http://schemas.microsoft.com/office/drawing/2014/main" id="{75E1E97B-841D-D839-BAE5-5C481FFFF44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38139" y="559271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53" name="Textplatzhalter 8">
            <a:extLst>
              <a:ext uri="{FF2B5EF4-FFF2-40B4-BE49-F238E27FC236}">
                <a16:creationId xmlns:a16="http://schemas.microsoft.com/office/drawing/2014/main" id="{22C02A6D-9A71-EB66-8B56-63E7573C62DC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1381131" y="144569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54" name="Textplatzhalter 8">
            <a:extLst>
              <a:ext uri="{FF2B5EF4-FFF2-40B4-BE49-F238E27FC236}">
                <a16:creationId xmlns:a16="http://schemas.microsoft.com/office/drawing/2014/main" id="{E43E13EE-A824-877E-AB50-547C2FCDD22C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53800" y="1445690"/>
            <a:ext cx="4891566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3" name="Textplatzhalter 8">
            <a:extLst>
              <a:ext uri="{FF2B5EF4-FFF2-40B4-BE49-F238E27FC236}">
                <a16:creationId xmlns:a16="http://schemas.microsoft.com/office/drawing/2014/main" id="{B2251A45-7D07-7858-6F94-74782E5CA4D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1381131" y="196406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11</a:t>
            </a:r>
          </a:p>
        </p:txBody>
      </p:sp>
      <p:sp>
        <p:nvSpPr>
          <p:cNvPr id="74" name="Textplatzhalter 8">
            <a:extLst>
              <a:ext uri="{FF2B5EF4-FFF2-40B4-BE49-F238E27FC236}">
                <a16:creationId xmlns:a16="http://schemas.microsoft.com/office/drawing/2014/main" id="{60AB7FC0-126B-B06F-AA80-5673E14AA27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353800" y="196406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5" name="Textplatzhalter 8">
            <a:extLst>
              <a:ext uri="{FF2B5EF4-FFF2-40B4-BE49-F238E27FC236}">
                <a16:creationId xmlns:a16="http://schemas.microsoft.com/office/drawing/2014/main" id="{85307A13-64DC-1888-326E-CCF67199BCE7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1381131" y="248244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12</a:t>
            </a:r>
          </a:p>
        </p:txBody>
      </p:sp>
      <p:sp>
        <p:nvSpPr>
          <p:cNvPr id="76" name="Textplatzhalter 8">
            <a:extLst>
              <a:ext uri="{FF2B5EF4-FFF2-40B4-BE49-F238E27FC236}">
                <a16:creationId xmlns:a16="http://schemas.microsoft.com/office/drawing/2014/main" id="{22A52B67-4544-908B-F2BD-172FA66E4AF3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53800" y="248244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7" name="Textplatzhalter 8">
            <a:extLst>
              <a:ext uri="{FF2B5EF4-FFF2-40B4-BE49-F238E27FC236}">
                <a16:creationId xmlns:a16="http://schemas.microsoft.com/office/drawing/2014/main" id="{6006CBD6-7308-EB4A-F398-D460B7EA7C1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1381131" y="300082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13</a:t>
            </a:r>
          </a:p>
        </p:txBody>
      </p:sp>
      <p:sp>
        <p:nvSpPr>
          <p:cNvPr id="78" name="Textplatzhalter 8">
            <a:extLst>
              <a:ext uri="{FF2B5EF4-FFF2-40B4-BE49-F238E27FC236}">
                <a16:creationId xmlns:a16="http://schemas.microsoft.com/office/drawing/2014/main" id="{6FF7045C-4956-82F9-EE78-1941E4FE633D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353800" y="300082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9" name="Textplatzhalter 8">
            <a:extLst>
              <a:ext uri="{FF2B5EF4-FFF2-40B4-BE49-F238E27FC236}">
                <a16:creationId xmlns:a16="http://schemas.microsoft.com/office/drawing/2014/main" id="{0867062F-A9B7-1EF7-8FEB-D0668FD937B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1381131" y="3519202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14</a:t>
            </a:r>
          </a:p>
        </p:txBody>
      </p:sp>
      <p:sp>
        <p:nvSpPr>
          <p:cNvPr id="80" name="Textplatzhalter 8">
            <a:extLst>
              <a:ext uri="{FF2B5EF4-FFF2-40B4-BE49-F238E27FC236}">
                <a16:creationId xmlns:a16="http://schemas.microsoft.com/office/drawing/2014/main" id="{8268980D-F9EE-0F01-F5F4-0051CE8AB38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353800" y="3519202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1" name="Textplatzhalter 8">
            <a:extLst>
              <a:ext uri="{FF2B5EF4-FFF2-40B4-BE49-F238E27FC236}">
                <a16:creationId xmlns:a16="http://schemas.microsoft.com/office/drawing/2014/main" id="{98F5B459-7CB2-44B7-F702-FA3D5B68AEB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1381131" y="403758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15</a:t>
            </a:r>
          </a:p>
        </p:txBody>
      </p:sp>
      <p:sp>
        <p:nvSpPr>
          <p:cNvPr id="82" name="Textplatzhalter 8">
            <a:extLst>
              <a:ext uri="{FF2B5EF4-FFF2-40B4-BE49-F238E27FC236}">
                <a16:creationId xmlns:a16="http://schemas.microsoft.com/office/drawing/2014/main" id="{861B6F90-02A9-939A-CA20-41B78588A81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353800" y="403758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3" name="Textplatzhalter 8">
            <a:extLst>
              <a:ext uri="{FF2B5EF4-FFF2-40B4-BE49-F238E27FC236}">
                <a16:creationId xmlns:a16="http://schemas.microsoft.com/office/drawing/2014/main" id="{B0FCD7C6-77CA-081D-EC55-8A54C66F829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1381131" y="455595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16</a:t>
            </a:r>
          </a:p>
        </p:txBody>
      </p:sp>
      <p:sp>
        <p:nvSpPr>
          <p:cNvPr id="84" name="Textplatzhalter 8">
            <a:extLst>
              <a:ext uri="{FF2B5EF4-FFF2-40B4-BE49-F238E27FC236}">
                <a16:creationId xmlns:a16="http://schemas.microsoft.com/office/drawing/2014/main" id="{0E0204A7-2F98-D32A-2BD7-430EAB053A0C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353800" y="455595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5" name="Textplatzhalter 8">
            <a:extLst>
              <a:ext uri="{FF2B5EF4-FFF2-40B4-BE49-F238E27FC236}">
                <a16:creationId xmlns:a16="http://schemas.microsoft.com/office/drawing/2014/main" id="{2919ED20-B577-583B-D9C3-8B1891AD9470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1381131" y="507433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17</a:t>
            </a:r>
          </a:p>
        </p:txBody>
      </p:sp>
      <p:sp>
        <p:nvSpPr>
          <p:cNvPr id="86" name="Textplatzhalter 8">
            <a:extLst>
              <a:ext uri="{FF2B5EF4-FFF2-40B4-BE49-F238E27FC236}">
                <a16:creationId xmlns:a16="http://schemas.microsoft.com/office/drawing/2014/main" id="{C926A1BB-0084-61CF-6C2F-672123686D53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6353800" y="507433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7" name="Textplatzhalter 8">
            <a:extLst>
              <a:ext uri="{FF2B5EF4-FFF2-40B4-BE49-F238E27FC236}">
                <a16:creationId xmlns:a16="http://schemas.microsoft.com/office/drawing/2014/main" id="{66ADE15A-9DF8-F9C0-BD97-71C7E3A19D3A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1381131" y="559271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18</a:t>
            </a:r>
          </a:p>
        </p:txBody>
      </p:sp>
      <p:sp>
        <p:nvSpPr>
          <p:cNvPr id="88" name="Textplatzhalter 8">
            <a:extLst>
              <a:ext uri="{FF2B5EF4-FFF2-40B4-BE49-F238E27FC236}">
                <a16:creationId xmlns:a16="http://schemas.microsoft.com/office/drawing/2014/main" id="{8CAFAE60-843A-3FC0-D001-F6393551268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353800" y="559271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" name="Textplatzhalter 55">
            <a:extLst>
              <a:ext uri="{FF2B5EF4-FFF2-40B4-BE49-F238E27FC236}">
                <a16:creationId xmlns:a16="http://schemas.microsoft.com/office/drawing/2014/main" id="{A26285D9-2BDC-D11B-3D02-2A5D4F5D40CE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347450" y="5999512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8" name="Textplatzhalter 55">
            <a:extLst>
              <a:ext uri="{FF2B5EF4-FFF2-40B4-BE49-F238E27FC236}">
                <a16:creationId xmlns:a16="http://schemas.microsoft.com/office/drawing/2014/main" id="{8CA62F10-D598-9E0B-B03D-E95C3D084D5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347450" y="548112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1" name="Textplatzhalter 55">
            <a:extLst>
              <a:ext uri="{FF2B5EF4-FFF2-40B4-BE49-F238E27FC236}">
                <a16:creationId xmlns:a16="http://schemas.microsoft.com/office/drawing/2014/main" id="{1FCC9E67-C919-FA1A-F095-63526D9CE586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347450" y="496274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2" name="Textplatzhalter 55">
            <a:extLst>
              <a:ext uri="{FF2B5EF4-FFF2-40B4-BE49-F238E27FC236}">
                <a16:creationId xmlns:a16="http://schemas.microsoft.com/office/drawing/2014/main" id="{7B49808B-E52E-F6DC-4675-0DEBD66CCF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347450" y="444436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2" name="Textplatzhalter 55">
            <a:extLst>
              <a:ext uri="{FF2B5EF4-FFF2-40B4-BE49-F238E27FC236}">
                <a16:creationId xmlns:a16="http://schemas.microsoft.com/office/drawing/2014/main" id="{6C052F52-990A-D24E-09EB-254452E41858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347450" y="392599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3" name="Textplatzhalter 55">
            <a:extLst>
              <a:ext uri="{FF2B5EF4-FFF2-40B4-BE49-F238E27FC236}">
                <a16:creationId xmlns:a16="http://schemas.microsoft.com/office/drawing/2014/main" id="{FAF41966-E98F-C3D7-B630-813EACAA07AB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347450" y="3407613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4" name="Textplatzhalter 55">
            <a:extLst>
              <a:ext uri="{FF2B5EF4-FFF2-40B4-BE49-F238E27FC236}">
                <a16:creationId xmlns:a16="http://schemas.microsoft.com/office/drawing/2014/main" id="{854A8147-B039-CC41-69AA-C66963A18C8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347450" y="288923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4" name="Textplatzhalter 55">
            <a:extLst>
              <a:ext uri="{FF2B5EF4-FFF2-40B4-BE49-F238E27FC236}">
                <a16:creationId xmlns:a16="http://schemas.microsoft.com/office/drawing/2014/main" id="{3D90E154-C21E-4C8D-CE17-89749FC34ACC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6347450" y="237085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5" name="Textplatzhalter 55">
            <a:extLst>
              <a:ext uri="{FF2B5EF4-FFF2-40B4-BE49-F238E27FC236}">
                <a16:creationId xmlns:a16="http://schemas.microsoft.com/office/drawing/2014/main" id="{CF83D24E-4617-47F1-0D0A-6A770EC0CE24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6347450" y="185247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6" name="Textplatzhalter 55">
            <a:extLst>
              <a:ext uri="{FF2B5EF4-FFF2-40B4-BE49-F238E27FC236}">
                <a16:creationId xmlns:a16="http://schemas.microsoft.com/office/drawing/2014/main" id="{D8B6DC92-4F48-904E-3B92-11F2A8640A82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335588" y="133410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7" name="Textplatzhalter 55">
            <a:extLst>
              <a:ext uri="{FF2B5EF4-FFF2-40B4-BE49-F238E27FC236}">
                <a16:creationId xmlns:a16="http://schemas.microsoft.com/office/drawing/2014/main" id="{25245F0E-DBF2-D4FF-CFFF-7C346A2CF59A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347450" y="133410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6529956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999" userDrawn="1">
          <p15:clr>
            <a:srgbClr val="FBAE40"/>
          </p15:clr>
        </p15:guide>
        <p15:guide id="2" pos="3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genda with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D9A027-3BED-83B8-9A58-30404C3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209D2C03-103D-3B02-78FB-94DFA2759F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78316" y="1508765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4D9B3835-1EAC-848E-936A-90A9E32CDC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423528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40" name="Textplatzhalter 55">
            <a:extLst>
              <a:ext uri="{FF2B5EF4-FFF2-40B4-BE49-F238E27FC236}">
                <a16:creationId xmlns:a16="http://schemas.microsoft.com/office/drawing/2014/main" id="{24E09A6A-074B-3E1F-8815-8942CD29128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34963" y="133410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1" name="Textplatzhalter 55">
            <a:extLst>
              <a:ext uri="{FF2B5EF4-FFF2-40B4-BE49-F238E27FC236}">
                <a16:creationId xmlns:a16="http://schemas.microsoft.com/office/drawing/2014/main" id="{45F4CEB6-86D1-AF2A-8F03-A700C60967B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6067074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3" name="Textplatzhalter 55">
            <a:extLst>
              <a:ext uri="{FF2B5EF4-FFF2-40B4-BE49-F238E27FC236}">
                <a16:creationId xmlns:a16="http://schemas.microsoft.com/office/drawing/2014/main" id="{479EDB4A-4FA7-9659-644F-A732BAA96AC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2280696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4" name="Textplatzhalter 55">
            <a:extLst>
              <a:ext uri="{FF2B5EF4-FFF2-40B4-BE49-F238E27FC236}">
                <a16:creationId xmlns:a16="http://schemas.microsoft.com/office/drawing/2014/main" id="{F479FED9-6C0A-9786-040F-4BB7A05114F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322729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5" name="Textplatzhalter 55">
            <a:extLst>
              <a:ext uri="{FF2B5EF4-FFF2-40B4-BE49-F238E27FC236}">
                <a16:creationId xmlns:a16="http://schemas.microsoft.com/office/drawing/2014/main" id="{AE6A68A8-C75A-5E96-3C07-8988E5BBD28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4173886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58A8D041-B68A-8BF1-508D-7623C9440A6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512048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61" name="Textplatzhalter 8">
            <a:extLst>
              <a:ext uri="{FF2B5EF4-FFF2-40B4-BE49-F238E27FC236}">
                <a16:creationId xmlns:a16="http://schemas.microsoft.com/office/drawing/2014/main" id="{2C50F7BD-B9C8-D95A-224A-C54FFCB4CE7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378316" y="2453987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62" name="Textplatzhalter 8">
            <a:extLst>
              <a:ext uri="{FF2B5EF4-FFF2-40B4-BE49-F238E27FC236}">
                <a16:creationId xmlns:a16="http://schemas.microsoft.com/office/drawing/2014/main" id="{53CD0048-6E33-AFBD-9D4C-00A846384AA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34963" y="2368750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63" name="Textplatzhalter 8">
            <a:extLst>
              <a:ext uri="{FF2B5EF4-FFF2-40B4-BE49-F238E27FC236}">
                <a16:creationId xmlns:a16="http://schemas.microsoft.com/office/drawing/2014/main" id="{68E85F45-E360-2F33-7F27-E22183DFD2C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1378316" y="3399209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89" name="Textplatzhalter 8">
            <a:extLst>
              <a:ext uri="{FF2B5EF4-FFF2-40B4-BE49-F238E27FC236}">
                <a16:creationId xmlns:a16="http://schemas.microsoft.com/office/drawing/2014/main" id="{FAFE7AF0-5029-8409-113E-F809A704724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34963" y="3313972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90" name="Textplatzhalter 8">
            <a:extLst>
              <a:ext uri="{FF2B5EF4-FFF2-40B4-BE49-F238E27FC236}">
                <a16:creationId xmlns:a16="http://schemas.microsoft.com/office/drawing/2014/main" id="{B9BFCCAE-3F47-D47E-EFA8-A86EEB292AF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378316" y="4344432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91" name="Textplatzhalter 8">
            <a:extLst>
              <a:ext uri="{FF2B5EF4-FFF2-40B4-BE49-F238E27FC236}">
                <a16:creationId xmlns:a16="http://schemas.microsoft.com/office/drawing/2014/main" id="{F3D7BE64-B10F-50A7-C80F-2A9FF624167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34963" y="4259195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92" name="Textplatzhalter 8">
            <a:extLst>
              <a:ext uri="{FF2B5EF4-FFF2-40B4-BE49-F238E27FC236}">
                <a16:creationId xmlns:a16="http://schemas.microsoft.com/office/drawing/2014/main" id="{F0C8605D-76D3-8767-D7D4-78B3F3BB4C4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78316" y="5289654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93" name="Textplatzhalter 8">
            <a:extLst>
              <a:ext uri="{FF2B5EF4-FFF2-40B4-BE49-F238E27FC236}">
                <a16:creationId xmlns:a16="http://schemas.microsoft.com/office/drawing/2014/main" id="{8905FCF8-F8E4-0E5E-77F4-F0FA506B87F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4963" y="5204417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</p:spTree>
    <p:extLst>
      <p:ext uri="{BB962C8B-B14F-4D97-AF65-F5344CB8AC3E}">
        <p14:creationId xmlns:p14="http://schemas.microsoft.com/office/powerpoint/2010/main" val="174343843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(gradient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orange, Farbigkeit, Bernstein, Screenshot enthält.&#10;&#10;KI-generierte Inhalte können fehlerhaft sein.">
            <a:extLst>
              <a:ext uri="{FF2B5EF4-FFF2-40B4-BE49-F238E27FC236}">
                <a16:creationId xmlns:a16="http://schemas.microsoft.com/office/drawing/2014/main" id="{E71272A4-010A-0F0D-F82D-7117B84721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7026"/>
            <a:ext cx="11522075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Chapter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CF9CA5-0BE6-DEBD-1941-87E69C15A8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8139" y="4184374"/>
            <a:ext cx="3388899" cy="2723321"/>
          </a:xfrm>
        </p:spPr>
        <p:txBody>
          <a:bodyPr anchor="b" anchorCtr="0"/>
          <a:lstStyle>
            <a:lvl1pPr algn="r">
              <a:defRPr sz="2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68332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(gradien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E71272A4-010A-0F0D-F82D-7117B84721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7026"/>
            <a:ext cx="11522075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Chapter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CF9CA5-0BE6-DEBD-1941-87E69C15A8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8139" y="4184374"/>
            <a:ext cx="3388899" cy="2723321"/>
          </a:xfrm>
        </p:spPr>
        <p:txBody>
          <a:bodyPr anchor="b" anchorCtr="0"/>
          <a:lstStyle>
            <a:lvl1pPr algn="r">
              <a:defRPr sz="2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941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enumera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9BF183D8-3FB7-8A22-AD0F-FF6DF4B684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290D29F-ACC8-DFE9-53B7-54C9C995CF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1" y="1341438"/>
            <a:ext cx="11522075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  <a:p>
            <a:pPr lvl="4"/>
            <a:endParaRPr lang="en-US" noProof="0"/>
          </a:p>
          <a:p>
            <a:pPr lvl="4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1471047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Inhaltsplatzhalter 8">
            <a:extLst>
              <a:ext uri="{FF2B5EF4-FFF2-40B4-BE49-F238E27FC236}">
                <a16:creationId xmlns:a16="http://schemas.microsoft.com/office/drawing/2014/main" id="{47704930-7E5E-9287-D186-E0FAB51E9F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3" y="1341438"/>
            <a:ext cx="11522074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38163" indent="-269875">
              <a:buFont typeface="+mj-lt"/>
              <a:buAutoNum type="alphaLcPeriod"/>
              <a:tabLst/>
              <a:defRPr/>
            </a:lvl4pPr>
            <a:lvl5pPr marL="719138" indent="-177800">
              <a:tabLst/>
              <a:defRPr/>
            </a:lvl5pPr>
            <a:lvl6pPr marL="720000">
              <a:defRPr/>
            </a:lvl6pPr>
            <a:lvl7pPr marL="720000">
              <a:defRPr/>
            </a:lvl7pPr>
            <a:lvl8pPr marL="720000">
              <a:defRPr/>
            </a:lvl8pPr>
            <a:lvl9pPr marL="7200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  <a:p>
            <a:pPr lvl="4"/>
            <a:endParaRPr lang="en-US" noProof="0"/>
          </a:p>
          <a:p>
            <a:pPr lvl="4"/>
            <a:endParaRPr lang="en-US" noProof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7D0C2C1-9D80-B49B-88D3-EBCBBA103F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286723844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5A2B9A8-4213-7633-A610-87A6903E91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67438" y="1341438"/>
            <a:ext cx="5689600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3B8354EC-B08F-E644-F0A3-92D0F62EFD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5689600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  <a:p>
            <a:pPr lvl="4"/>
            <a:endParaRPr lang="en-US" noProof="0"/>
          </a:p>
          <a:p>
            <a:pPr lvl="4"/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6DE63116-CD06-C46C-BC4D-A3F1F8E87D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30208488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reas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3B8354EC-B08F-E644-F0A3-92D0F62EFD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3744913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6DE63116-CD06-C46C-BC4D-A3F1F8E87D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15" name="Inhaltsplatzhalter 7">
            <a:extLst>
              <a:ext uri="{FF2B5EF4-FFF2-40B4-BE49-F238E27FC236}">
                <a16:creationId xmlns:a16="http://schemas.microsoft.com/office/drawing/2014/main" id="{AE6C069E-2637-EB7F-6123-E63BD0E3DB6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24338" y="1341438"/>
            <a:ext cx="3744913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76AAACA3-C754-8BF1-2122-8FFD9A4022A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12124" y="1341438"/>
            <a:ext cx="3744913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154278857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7" pos="5110" userDrawn="1">
          <p15:clr>
            <a:srgbClr val="FBAE40"/>
          </p15:clr>
        </p15:guide>
        <p15:guide id="8" pos="5019" userDrawn="1">
          <p15:clr>
            <a:srgbClr val="FBAE40"/>
          </p15:clr>
        </p15:guide>
        <p15:guide id="9" pos="257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8D2BA807-CD6E-1024-DE1F-34AC24974C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Inhaltsplatzhalter 7">
            <a:extLst>
              <a:ext uri="{FF2B5EF4-FFF2-40B4-BE49-F238E27FC236}">
                <a16:creationId xmlns:a16="http://schemas.microsoft.com/office/drawing/2014/main" id="{C2E4FA49-D6E3-4EBC-556D-B4480BFD89C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E632A4B-8BBF-B7D3-663F-A0D19286950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51200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D5077A1B-06AF-4427-1C96-8A1EA5DDDC2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67437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C9C4307C-1323-37BD-8D85-AD282964791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83674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45355228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  <p15:guide id="4" pos="5722">
          <p15:clr>
            <a:srgbClr val="FBAE40"/>
          </p15:clr>
        </p15:guide>
        <p15:guide id="5" pos="5632">
          <p15:clr>
            <a:srgbClr val="FBAE40"/>
          </p15:clr>
        </p15:guide>
        <p15:guide id="6" pos="1958">
          <p15:clr>
            <a:srgbClr val="FBAE40"/>
          </p15:clr>
        </p15:guide>
        <p15:guide id="7" pos="20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enumera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DC3965B-9BC9-67F1-DCA6-D58BAB36F4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3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20000" indent="-176400">
              <a:tabLst/>
              <a:defRPr/>
            </a:lvl5pPr>
            <a:lvl6pPr marL="720000" indent="-176400">
              <a:defRPr/>
            </a:lvl6pPr>
            <a:lvl7pPr marL="720000" indent="-176400">
              <a:defRPr/>
            </a:lvl7pPr>
            <a:lvl8pPr marL="720000" indent="-176400">
              <a:defRPr/>
            </a:lvl8pPr>
            <a:lvl9pPr marL="720000" indent="-1764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6FFE206E-DE97-ACA2-7221-73B9A9CBD62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7439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19138" indent="-177800">
              <a:tabLst/>
              <a:defRPr/>
            </a:lvl5pPr>
            <a:lvl6pPr marL="720000">
              <a:defRPr/>
            </a:lvl6pPr>
            <a:lvl7pPr marL="720000">
              <a:defRPr/>
            </a:lvl7pPr>
            <a:lvl8pPr marL="720000">
              <a:defRPr/>
            </a:lvl8pPr>
            <a:lvl9pPr marL="7200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06BBB27-95AA-CA8A-C9FE-6CC821B6C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56424357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A0F2D0F-E05A-C057-C73F-B7EA134DF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4" y="1341439"/>
            <a:ext cx="5689600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in 18 point, only 1 line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E833B4B9-E9B9-00B0-20DC-FF6F4AEA40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7438" y="1341439"/>
            <a:ext cx="5689600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in 18 point, only 1 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760434"/>
            <a:ext cx="5689600" cy="4405416"/>
          </a:xfrm>
          <a:solidFill>
            <a:srgbClr val="F0F0F0"/>
          </a:solidFill>
        </p:spPr>
        <p:txBody>
          <a:bodyPr lIns="180000" tIns="144000" rIns="108000"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45E364B5-1B18-3090-1811-F84E2D17BC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7438" y="1760434"/>
            <a:ext cx="5689600" cy="4405416"/>
          </a:xfrm>
          <a:solidFill>
            <a:srgbClr val="F0F0F0"/>
          </a:solidFill>
        </p:spPr>
        <p:txBody>
          <a:bodyPr lIns="180000" tIns="144000" rIns="108000"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A62E36D-71FE-F880-6A79-B15F332DF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188624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rea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A0F2D0F-E05A-C057-C73F-B7EA134DF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4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lvl="0"/>
            <a:r>
              <a:rPr lang="en-US" noProof="0"/>
              <a:t>Body text headline 14 pt.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03E458F8-3AF7-85A3-DB83-B18968532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51202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1DCE2797-951D-774F-3116-F324E130C8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2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Body text headline 14 pt. 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19325C6-049C-E6C7-7987-4F2DFE1BF3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8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21" name="Textplatzhalter 8">
            <a:extLst>
              <a:ext uri="{FF2B5EF4-FFF2-40B4-BE49-F238E27FC236}">
                <a16:creationId xmlns:a16="http://schemas.microsoft.com/office/drawing/2014/main" id="{83C4CAC0-E0A6-918F-5945-AF2D6AD49F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Body text headline 14 pt. 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22" name="Textplatzhalter 8">
            <a:extLst>
              <a:ext uri="{FF2B5EF4-FFF2-40B4-BE49-F238E27FC236}">
                <a16:creationId xmlns:a16="http://schemas.microsoft.com/office/drawing/2014/main" id="{E2E9D813-BC14-8106-426C-8F8F55935D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4" y="1341439"/>
            <a:ext cx="2773364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BD09981E-716C-C755-7906-66C0886DCC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83674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80000">
              <a:tabLst/>
              <a:defRPr sz="1400"/>
            </a:lvl5pPr>
            <a:lvl6pPr marL="583200" indent="-180000">
              <a:defRPr sz="1400"/>
            </a:lvl6pPr>
            <a:lvl7pPr marL="583200" indent="-180000">
              <a:defRPr sz="1400"/>
            </a:lvl7pPr>
            <a:lvl8pPr marL="583200" indent="-180000">
              <a:defRPr sz="1400"/>
            </a:lvl8pPr>
            <a:lvl9pPr marL="583200" indent="-1800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Body text headline 14 pt. 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8D2BA807-CD6E-1024-DE1F-34AC24974C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427832243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  <p15:guide id="4" pos="5722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1958" userDrawn="1">
          <p15:clr>
            <a:srgbClr val="FBAE40"/>
          </p15:clr>
        </p15:guide>
        <p15:guide id="7" pos="204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7438" y="1341438"/>
            <a:ext cx="6024562" cy="551656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341438"/>
            <a:ext cx="5689600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4F368262-D0DF-E263-3370-C1284F433E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CCD55C2-DB46-57DD-EB7A-87581BD90912}"/>
              </a:ext>
            </a:extLst>
          </p:cNvPr>
          <p:cNvSpPr/>
          <p:nvPr userDrawn="1"/>
        </p:nvSpPr>
        <p:spPr>
          <a:xfrm>
            <a:off x="0" y="6524625"/>
            <a:ext cx="6167438" cy="333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360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4963" y="1341438"/>
            <a:ext cx="11857037" cy="551656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0802A282-3622-805B-1224-52D4FB0ED9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431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8521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C4E15A-6D3F-C928-BDF4-353C5FE80F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42F4A-A731-14BC-9C3B-34C39A0CEC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63E93A-32FD-4BF3-7CE4-256E6F6CBB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15322C6B-5061-5933-A7FB-3B430CC945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16893798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2D5EB1-AD83-04F2-6183-57EE2864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160C4C-E39E-803D-4B6F-641E3F79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B19F44-ECDF-7C48-1BBE-36774D28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7122046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orange, Farbigkeit, Bernstein enthält.&#10;&#10;KI-generierte Inhalte können fehlerhaft sein.">
            <a:extLst>
              <a:ext uri="{FF2B5EF4-FFF2-40B4-BE49-F238E27FC236}">
                <a16:creationId xmlns:a16="http://schemas.microsoft.com/office/drawing/2014/main" id="{1C130CE0-74E8-9B52-3403-FFDC9E116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71588"/>
            <a:ext cx="11522075" cy="1822365"/>
          </a:xfrm>
        </p:spPr>
        <p:txBody>
          <a:bodyPr/>
          <a:lstStyle>
            <a:lvl1pPr>
              <a:defRPr sz="12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3CF4E23-D63D-0FF2-471D-4074A6AA91F5}"/>
              </a:ext>
            </a:extLst>
          </p:cNvPr>
          <p:cNvGrpSpPr/>
          <p:nvPr userDrawn="1"/>
        </p:nvGrpSpPr>
        <p:grpSpPr>
          <a:xfrm>
            <a:off x="334963" y="6187795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4" name="Freihandform 3">
              <a:extLst>
                <a:ext uri="{FF2B5EF4-FFF2-40B4-BE49-F238E27FC236}">
                  <a16:creationId xmlns:a16="http://schemas.microsoft.com/office/drawing/2014/main" id="{233966E8-5373-AF34-8B55-7E68B6DE1A89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C95D27-A6E2-CF79-4493-2DB580342F4C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6" name="Freihandform 5">
                <a:extLst>
                  <a:ext uri="{FF2B5EF4-FFF2-40B4-BE49-F238E27FC236}">
                    <a16:creationId xmlns:a16="http://schemas.microsoft.com/office/drawing/2014/main" id="{84245F75-FAFC-E682-22B6-C95215638EF2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7" name="Freihandform 6">
                <a:extLst>
                  <a:ext uri="{FF2B5EF4-FFF2-40B4-BE49-F238E27FC236}">
                    <a16:creationId xmlns:a16="http://schemas.microsoft.com/office/drawing/2014/main" id="{27BA9E20-6D9C-3525-B73A-012F746E6581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8" name="Freihandform 7">
                <a:extLst>
                  <a:ext uri="{FF2B5EF4-FFF2-40B4-BE49-F238E27FC236}">
                    <a16:creationId xmlns:a16="http://schemas.microsoft.com/office/drawing/2014/main" id="{F1C6FE0F-FB32-C3F0-68BB-FE61A409C73C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E567BB40-BE7D-F7CC-236F-4DC6A2607882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A981794B-09E7-DC40-BB19-300F4953857F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2" name="Freihandform 21">
                <a:extLst>
                  <a:ext uri="{FF2B5EF4-FFF2-40B4-BE49-F238E27FC236}">
                    <a16:creationId xmlns:a16="http://schemas.microsoft.com/office/drawing/2014/main" id="{D363079D-8836-42A7-F25B-F4DDFA5B0125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3" name="Freihandform 22">
                <a:extLst>
                  <a:ext uri="{FF2B5EF4-FFF2-40B4-BE49-F238E27FC236}">
                    <a16:creationId xmlns:a16="http://schemas.microsoft.com/office/drawing/2014/main" id="{87EE3D77-1592-9950-F426-053F19EC6CBE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9759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6187795"/>
            <a:ext cx="2782309" cy="339307"/>
            <a:chOff x="4937369" y="-792841"/>
            <a:chExt cx="2082799" cy="254000"/>
          </a:xfrm>
          <a:solidFill>
            <a:schemeClr val="tx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71588"/>
            <a:ext cx="11522075" cy="2160587"/>
          </a:xfrm>
        </p:spPr>
        <p:txBody>
          <a:bodyPr/>
          <a:lstStyle>
            <a:lvl1pPr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Thank you</a:t>
            </a:r>
            <a:br>
              <a:rPr lang="en-US" noProof="0"/>
            </a:br>
            <a:r>
              <a:rPr lang="en-US" noProof="0"/>
              <a:t>for your presence.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827EC2E-048F-F89D-AF4C-7CF6A771E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4134662"/>
            <a:ext cx="5870575" cy="163353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Name Surname</a:t>
            </a:r>
          </a:p>
          <a:p>
            <a:pPr lvl="1"/>
            <a:r>
              <a:rPr lang="en-US" noProof="0" err="1"/>
              <a:t>mail@aumovio.com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09571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BBD565-E17C-4F7A-45C3-92438432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33376"/>
            <a:ext cx="11522075" cy="358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B85A0F-5E9C-C78C-376B-20133125D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364343"/>
            <a:ext cx="11522075" cy="48015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70E55E-183D-1A63-282C-11FB24848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00832" y="6416585"/>
            <a:ext cx="1824344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September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F6AA38-8E3B-24B0-3B5E-9717DCDAC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Company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D73CE1-8E64-5120-EA0D-90A2E46E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3850" y="6416585"/>
            <a:ext cx="523187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fld id="{C2AA9976-F1F1-4B61-8A7D-E40EF9C545B2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B5CA798-BEF4-F65D-7968-6E7ABE5A59B9}"/>
              </a:ext>
            </a:extLst>
          </p:cNvPr>
          <p:cNvGrpSpPr/>
          <p:nvPr userDrawn="1"/>
        </p:nvGrpSpPr>
        <p:grpSpPr>
          <a:xfrm>
            <a:off x="334963" y="6357987"/>
            <a:ext cx="1398586" cy="170560"/>
            <a:chOff x="4937369" y="-792841"/>
            <a:chExt cx="2082799" cy="254000"/>
          </a:xfrm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9506CE2A-161C-38BE-D35D-C505B23CDCD3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5760F65-EBAF-4762-2F0F-D2F4E10D951B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1916766E-05E4-6854-B2B9-24B409E91D11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2C9FF7C9-EFF6-8C61-FE2C-B29AAAA11EA1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4256966B-507E-DD55-7648-9CCAC21F872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DA54C965-FE2A-E60A-5F1A-96BEEC811416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B0768A78-5550-9F6D-B66E-BA3B5655D30B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14A796AA-6DB6-3619-C634-1E8C77796D3E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1" name="Freihandform 20">
                <a:extLst>
                  <a:ext uri="{FF2B5EF4-FFF2-40B4-BE49-F238E27FC236}">
                    <a16:creationId xmlns:a16="http://schemas.microsoft.com/office/drawing/2014/main" id="{4B4A18FB-86B5-D41B-5CBD-8621999CC501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08BFFAD-40F1-BE00-EE44-C6A9CBCE2FF0}"/>
              </a:ext>
            </a:extLst>
          </p:cNvPr>
          <p:cNvSpPr txBox="1"/>
          <p:nvPr userDrawn="1"/>
        </p:nvSpPr>
        <p:spPr>
          <a:xfrm>
            <a:off x="3268874" y="6411505"/>
            <a:ext cx="755015" cy="131035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" b="0" i="0" u="none" strike="noStrike" noProof="0">
                <a:solidFill>
                  <a:schemeClr val="accent3"/>
                </a:solidFill>
                <a:effectLst/>
              </a:rPr>
              <a:t>© AUMOVIO SE</a:t>
            </a:r>
            <a:endParaRPr lang="en-US" sz="800" noProof="0">
              <a:solidFill>
                <a:schemeClr val="accent3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6DA5B4-FDCC-797C-F92F-74D08367D33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57062" y="6672580"/>
            <a:ext cx="306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14962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6" r:id="rId4"/>
    <p:sldLayoutId id="2147483652" r:id="rId5"/>
    <p:sldLayoutId id="2147483653" r:id="rId6"/>
    <p:sldLayoutId id="2147483654" r:id="rId7"/>
    <p:sldLayoutId id="2147483677" r:id="rId8"/>
    <p:sldLayoutId id="2147483655" r:id="rId9"/>
    <p:sldLayoutId id="2147483656" r:id="rId10"/>
    <p:sldLayoutId id="2147483657" r:id="rId11"/>
    <p:sldLayoutId id="2147483658" r:id="rId12"/>
    <p:sldLayoutId id="2147483678" r:id="rId13"/>
    <p:sldLayoutId id="2147483675" r:id="rId14"/>
    <p:sldLayoutId id="2147483674" r:id="rId15"/>
    <p:sldLayoutId id="2147483672" r:id="rId16"/>
    <p:sldLayoutId id="2147483679" r:id="rId17"/>
    <p:sldLayoutId id="2147483680" r:id="rId18"/>
    <p:sldLayoutId id="2147483673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71" r:id="rId25"/>
    <p:sldLayoutId id="2147483670" r:id="rId26"/>
    <p:sldLayoutId id="2147483668" r:id="rId27"/>
    <p:sldLayoutId id="2147483669" r:id="rId28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+mn-lt"/>
          <a:ea typeface="AUMOVIO Office" panose="020B0502040504020204" pitchFamily="34" charset="0"/>
          <a:cs typeface="AUMOVIO Office" panose="020B050204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35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mbol" pitchFamily="2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47675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◦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lang="en-US" sz="1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4110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tags" Target="../tags/tag4.xml"/><Relationship Id="rId7" Type="http://schemas.openxmlformats.org/officeDocument/2006/relationships/image" Target="../media/image1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5.xml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138777BB-7BF3-D77D-6AC2-25DFBDC1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679D18-FD96-4F07-8417-0F0EBEF55D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/>
              <a:t>AUMOVIO Group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B3A362D-515C-9D59-01F0-7AFFBCDF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Adaptive Powerhouse for Future Mobility</a:t>
            </a:r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36C3FB-F6AC-6B5F-9A8F-A2788FD22C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Company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B811E1E-3FFA-F834-DEB7-0BC171F35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820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4D79-B40C-3ACE-70C2-864C954E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85FFA-AB2B-F745-7512-0E6AB48BDF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89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B3394C-82E1-F232-2278-150DFE1E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company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54524C-777F-4824-10F6-DFB34503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2C2C4B-2F27-7830-D064-E3859E49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DEB454-89A0-443E-637A-FE79EF07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A59B34D-BE0B-3B4D-17CF-784B7CF4E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Key facts 2024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BE10E5F-D21F-A9DB-BC6E-C9633A7CC460}"/>
              </a:ext>
            </a:extLst>
          </p:cNvPr>
          <p:cNvSpPr/>
          <p:nvPr/>
        </p:nvSpPr>
        <p:spPr>
          <a:xfrm>
            <a:off x="334961" y="3446137"/>
            <a:ext cx="2773363" cy="1581578"/>
          </a:xfrm>
          <a:prstGeom prst="rect">
            <a:avLst/>
          </a:prstGeom>
          <a:solidFill>
            <a:srgbClr val="FF4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D0C3A64-0356-CF51-485D-270A25F00907}"/>
              </a:ext>
            </a:extLst>
          </p:cNvPr>
          <p:cNvSpPr/>
          <p:nvPr/>
        </p:nvSpPr>
        <p:spPr>
          <a:xfrm>
            <a:off x="3251200" y="3446137"/>
            <a:ext cx="2773363" cy="1581578"/>
          </a:xfrm>
          <a:prstGeom prst="rect">
            <a:avLst/>
          </a:prstGeom>
          <a:solidFill>
            <a:srgbClr val="FF69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F61FB44-B532-8B8E-42C4-CAC85EE06DA8}"/>
              </a:ext>
            </a:extLst>
          </p:cNvPr>
          <p:cNvSpPr/>
          <p:nvPr/>
        </p:nvSpPr>
        <p:spPr>
          <a:xfrm>
            <a:off x="6167438" y="3446137"/>
            <a:ext cx="5689599" cy="1581578"/>
          </a:xfrm>
          <a:prstGeom prst="rect">
            <a:avLst/>
          </a:prstGeom>
          <a:solidFill>
            <a:srgbClr val="FF90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1B9DA0-0038-C5E7-AC48-4C7699F2628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5827" y="3618565"/>
            <a:ext cx="2034056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1pPr>
            <a:lvl2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2pPr>
            <a:lvl3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3pPr>
            <a:lvl4pPr marL="447675" indent="-177800" algn="l" defTabSz="914400" rtl="0" eaLnBrk="1" latinLnBrk="0" hangingPunct="1"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</a:lvl4pPr>
            <a:lvl5pPr marL="633600" indent="-176400" algn="l" defTabSz="914400" rtl="0" eaLnBrk="1" latinLnBrk="0" hangingPunct="1">
              <a:buClr>
                <a:schemeClr val="accent1"/>
              </a:buClr>
              <a:buSzPct val="100000"/>
              <a:buFont typeface="Arial" panose="020B0604020202020204" pitchFamily="34" charset="0"/>
              <a:buChar char="◦"/>
            </a:lvl5pPr>
            <a:lvl6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6pPr>
            <a:lvl7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7pPr>
            <a:lvl8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8pPr>
            <a:lvl9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9pPr>
          </a:lstStyle>
          <a:p>
            <a:pPr marL="0" indent="6350">
              <a:buNone/>
            </a:pPr>
            <a:r>
              <a:rPr lang="en-US">
                <a:solidFill>
                  <a:schemeClr val="bg1"/>
                </a:solidFill>
              </a:rPr>
              <a:t>~</a:t>
            </a:r>
            <a:r>
              <a:rPr lang="en-US" b="1">
                <a:solidFill>
                  <a:schemeClr val="bg1"/>
                </a:solidFill>
              </a:rPr>
              <a:t>93</a:t>
            </a:r>
            <a:r>
              <a:rPr lang="en-US">
                <a:solidFill>
                  <a:schemeClr val="bg1"/>
                </a:solidFill>
              </a:rPr>
              <a:t>k Employees</a:t>
            </a:r>
            <a:r>
              <a:rPr lang="en-US" baseline="30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F3A7FFE-0774-098E-2A25-4F9E0268F50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465343" y="3618565"/>
            <a:ext cx="2047308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1pPr>
            <a:lvl2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2pPr>
            <a:lvl3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3pPr>
            <a:lvl4pPr marL="447675" indent="-177800" algn="l" defTabSz="914400" rtl="0" eaLnBrk="1" latinLnBrk="0" hangingPunct="1"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</a:lvl4pPr>
            <a:lvl5pPr marL="633600" indent="-176400" algn="l" defTabSz="914400" rtl="0" eaLnBrk="1" latinLnBrk="0" hangingPunct="1">
              <a:buClr>
                <a:schemeClr val="accent1"/>
              </a:buClr>
              <a:buSzPct val="100000"/>
              <a:buFont typeface="Arial" panose="020B0604020202020204" pitchFamily="34" charset="0"/>
              <a:buChar char="◦"/>
            </a:lvl5pPr>
            <a:lvl6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6pPr>
            <a:lvl7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7pPr>
            <a:lvl8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8pPr>
            <a:lvl9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9pPr>
          </a:lstStyle>
          <a:p>
            <a:pPr marL="0" indent="6350">
              <a:buNone/>
            </a:pPr>
            <a:r>
              <a:rPr lang="en-US">
                <a:solidFill>
                  <a:schemeClr val="bg1"/>
                </a:solidFill>
              </a:rPr>
              <a:t>More than</a:t>
            </a:r>
          </a:p>
          <a:p>
            <a:pPr marL="0" indent="6350">
              <a:buNone/>
            </a:pPr>
            <a:r>
              <a:rPr lang="en-US" b="1">
                <a:solidFill>
                  <a:schemeClr val="bg1"/>
                </a:solidFill>
              </a:rPr>
              <a:t>100</a:t>
            </a:r>
            <a:r>
              <a:rPr lang="en-US">
                <a:solidFill>
                  <a:schemeClr val="bg1"/>
                </a:solidFill>
              </a:rPr>
              <a:t> locations in over </a:t>
            </a:r>
            <a:r>
              <a:rPr lang="en-US" b="1">
                <a:solidFill>
                  <a:schemeClr val="bg1"/>
                </a:solidFill>
              </a:rPr>
              <a:t>25</a:t>
            </a:r>
            <a:r>
              <a:rPr lang="en-US">
                <a:solidFill>
                  <a:schemeClr val="bg1"/>
                </a:solidFill>
              </a:rPr>
              <a:t> countries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5E8C3D-33B7-05FB-51FB-9989D13D07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01930" y="3618565"/>
            <a:ext cx="2324728" cy="12003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1pPr>
            <a:lvl2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2pPr>
            <a:lvl3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3pPr>
            <a:lvl4pPr marL="447675" indent="-177800" algn="l" defTabSz="914400" rtl="0" eaLnBrk="1" latinLnBrk="0" hangingPunct="1"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</a:lvl4pPr>
            <a:lvl5pPr marL="633600" indent="-176400" algn="l" defTabSz="914400" rtl="0" eaLnBrk="1" latinLnBrk="0" hangingPunct="1">
              <a:buClr>
                <a:schemeClr val="accent1"/>
              </a:buClr>
              <a:buSzPct val="100000"/>
              <a:buFont typeface="Arial" panose="020B0604020202020204" pitchFamily="34" charset="0"/>
              <a:buChar char="◦"/>
            </a:lvl5pPr>
            <a:lvl6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6pPr>
            <a:lvl7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7pPr>
            <a:lvl8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8pPr>
            <a:lvl9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9pPr>
          </a:lstStyle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~€20bn sales</a:t>
            </a:r>
            <a:r>
              <a:rPr lang="en-US" baseline="30000">
                <a:solidFill>
                  <a:schemeClr val="bg1"/>
                </a:solidFill>
              </a:rPr>
              <a:t>1</a:t>
            </a:r>
          </a:p>
          <a:p>
            <a:pPr>
              <a:buNone/>
            </a:pPr>
            <a:endParaRPr lang="en-US" baseline="3000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~€1.4bn EBITDA</a:t>
            </a:r>
            <a:r>
              <a:rPr lang="en-US" baseline="30000">
                <a:solidFill>
                  <a:schemeClr val="bg1"/>
                </a:solidFill>
              </a:rPr>
              <a:t>1</a:t>
            </a:r>
          </a:p>
          <a:p>
            <a:pPr>
              <a:buNone/>
            </a:pPr>
            <a:endParaRPr lang="en-US" baseline="3000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~€0.5bn adj. EBIT</a:t>
            </a:r>
            <a:r>
              <a:rPr lang="en-US" baseline="30000">
                <a:solidFill>
                  <a:schemeClr val="bg1"/>
                </a:solidFill>
              </a:rPr>
              <a:t>1,2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8CD500A-396F-1223-72A7-F90AB9C94F9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270715" y="3618565"/>
            <a:ext cx="2324728" cy="14773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1pPr>
            <a:lvl2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2pPr>
            <a:lvl3pPr marL="269875" indent="-263525" algn="l" defTabSz="914400" rtl="0" eaLnBrk="1" latinLnBrk="0" hangingPunct="1">
              <a:buClr>
                <a:schemeClr val="accent1"/>
              </a:buClr>
              <a:buFont typeface="Symbol" pitchFamily="2" charset="2"/>
              <a:buChar char="-"/>
            </a:lvl3pPr>
            <a:lvl4pPr marL="447675" indent="-177800" algn="l" defTabSz="914400" rtl="0" eaLnBrk="1" latinLnBrk="0" hangingPunct="1"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</a:lvl4pPr>
            <a:lvl5pPr marL="633600" indent="-176400" algn="l" defTabSz="914400" rtl="0" eaLnBrk="1" latinLnBrk="0" hangingPunct="1">
              <a:buClr>
                <a:schemeClr val="accent1"/>
              </a:buClr>
              <a:buSzPct val="100000"/>
              <a:buFont typeface="Arial" panose="020B0604020202020204" pitchFamily="34" charset="0"/>
              <a:buChar char="◦"/>
            </a:lvl5pPr>
            <a:lvl6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6pPr>
            <a:lvl7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7pPr>
            <a:lvl8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8pPr>
            <a:lvl9pPr marL="633600" indent="-176400" algn="l" defTabSz="914400" rtl="0" eaLnBrk="1" latinLnBrk="0" hangingPunct="1">
              <a:buClr>
                <a:schemeClr val="accent1"/>
              </a:buClr>
              <a:buFont typeface="Arial" panose="020B0604020202020204" pitchFamily="34" charset="0"/>
              <a:buChar char="◦"/>
            </a:lvl9pPr>
          </a:lstStyle>
          <a:p>
            <a:pPr marL="0" indent="6350">
              <a:buNone/>
            </a:pPr>
            <a:r>
              <a:rPr lang="en-US">
                <a:solidFill>
                  <a:schemeClr val="bg1"/>
                </a:solidFill>
              </a:rPr>
              <a:t>~€250m adj. free cash flow</a:t>
            </a:r>
            <a:r>
              <a:rPr lang="en-US" baseline="30000">
                <a:solidFill>
                  <a:schemeClr val="bg1"/>
                </a:solidFill>
              </a:rPr>
              <a:t>1,4</a:t>
            </a:r>
          </a:p>
          <a:p>
            <a:pPr marL="0" indent="6350">
              <a:buNone/>
            </a:pPr>
            <a:endParaRPr lang="en-US" baseline="30000">
              <a:solidFill>
                <a:schemeClr val="bg1"/>
              </a:solidFill>
            </a:endParaRPr>
          </a:p>
          <a:p>
            <a:pPr marL="0" indent="6350">
              <a:buNone/>
            </a:pPr>
            <a:r>
              <a:rPr lang="en-US">
                <a:solidFill>
                  <a:schemeClr val="bg1"/>
                </a:solidFill>
              </a:rPr>
              <a:t>80% of Sales: #1-3 market positions</a:t>
            </a:r>
            <a:r>
              <a:rPr lang="en-US" baseline="30000">
                <a:solidFill>
                  <a:schemeClr val="bg1"/>
                </a:solidFill>
              </a:rPr>
              <a:t>5</a:t>
            </a:r>
          </a:p>
          <a:p>
            <a:pPr marL="0" indent="6350">
              <a:buNone/>
            </a:pPr>
            <a:endParaRPr lang="en-US" baseline="3000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296277E-0599-65AD-9985-F4A8AFD38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42" y="1490051"/>
            <a:ext cx="1800000" cy="180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504C2C7-00E4-FE91-9618-89646266A2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37881" y="1490051"/>
            <a:ext cx="1800000" cy="180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7542EE2-7C0E-83D8-80B0-6F823AF84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12237" y="1490051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1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631DA-059D-739A-57C6-8CDD1201B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/>
              <a:t>Inspired by Future. Driven by Technology.</a:t>
            </a:r>
          </a:p>
        </p:txBody>
      </p:sp>
    </p:spTree>
    <p:extLst>
      <p:ext uri="{BB962C8B-B14F-4D97-AF65-F5344CB8AC3E}">
        <p14:creationId xmlns:p14="http://schemas.microsoft.com/office/powerpoint/2010/main" val="11695399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ENTATION_LANGUAGE" val="1033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/////wUACg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9+Fwjy2i3hDpLh6xYINGyMEAAAAAAADAAAAAAADAAAAAwADAAAAAAD///////8DAAEA////////BQAAAAMAEAALhwEsd6xOmUmXaziS7drLPwQAAAABAAMAAAACAAMAAAAEAAQAAQD///////8FAAAABAAQAAsGQFa0RF7AQ7DEG3nMtnrr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CwOAAAAAAAAAAAAAP////+DAIMAAAAFX2lkABAAAAAE34XCPLaLeEOkuHrFgg0bIwNEYXRhABsAAAAETGlua2VkU2hhcGVEYXRhAAUAAAAAAAJOYW1lABkAAABMaW5rZWRTaGFwZXNEYXRhUHJvcGVydHkAEFZlcnNpb24AAAAAAAlMYXN0V3JpdGUA2cqciJgBAAAAAQD/////nQCdAAAABV9pZAAQAAAABIcBLHesTplJl2s4ku3ayz8DRGF0YQAqAAAACFByZXNlbnRhdGlvblNjYW5uZWRGb3JMaW5rZWRTaGFwZXMAAQACTmFtZQAkAAAATGlua2VkU2hhcGVQcmVzZW50YXRpb25TZXR0aW5nc0RhdGEAEFZlcnNpb24AAAAAAAlMYXN0V3JpdGUAA8uciJgBAAAAAgD/////gwCDAAAABV9pZAAQAAAABAZAVrREXsBDsMQbecy2eusDRGF0YQAbAAAABExpbmtlZFNoYXBlRGF0YQAFAAAAAAACTmFtZQAZAAAATGlua2VkU2hhcGVzRGF0YVByb3BlcnR5ABBWZXJzaW9uAAEAAAAJTGFzdFdyaXRlAOBm6n6g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tCw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AwAFAAAABAADAAEBAwAAAAMA////////JQAGTGlua2VkU2hhcGVQcmVzZW50YXRpb25TZXR0aW5nc0RhdGFfMAQAAAABAAUAAAAAAAUAAAACAAQAAQEDAAAABAD///////8aAAZMaW5rZWRTaGFwZXNEYXRhUHJvcGVydHlfMQQAAAAC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244324862278025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heme/theme1.xml><?xml version="1.0" encoding="utf-8"?>
<a:theme xmlns:a="http://schemas.openxmlformats.org/drawingml/2006/main" name="AUMOVIO SE 2025, 16x9">
  <a:themeElements>
    <a:clrScheme name="AUMOVIO 202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4208"/>
      </a:accent1>
      <a:accent2>
        <a:srgbClr val="FFB7A1"/>
      </a:accent2>
      <a:accent3>
        <a:srgbClr val="4827AF"/>
      </a:accent3>
      <a:accent4>
        <a:srgbClr val="A08AE5"/>
      </a:accent4>
      <a:accent5>
        <a:srgbClr val="18A9E7"/>
      </a:accent5>
      <a:accent6>
        <a:srgbClr val="A3DDF5"/>
      </a:accent6>
      <a:hlink>
        <a:srgbClr val="4827AF"/>
      </a:hlink>
      <a:folHlink>
        <a:srgbClr val="4827AF"/>
      </a:folHlink>
    </a:clrScheme>
    <a:fontScheme name="AUMOVIO Office 2025">
      <a:majorFont>
        <a:latin typeface="AUMOVIO Office"/>
        <a:ea typeface=""/>
        <a:cs typeface=""/>
      </a:majorFont>
      <a:minorFont>
        <a:latin typeface="AUMOVI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Orange500">
      <a:srgbClr val="DA3806"/>
    </a:custClr>
    <a:custClr name="Purple500">
      <a:srgbClr val="341C7D"/>
    </a:custClr>
    <a:custClr name="Blue500">
      <a:srgbClr val="1B8DBE"/>
    </a:custClr>
    <a:custClr name="Turquoise500">
      <a:srgbClr val="16B69E"/>
    </a:custClr>
    <a:custClr name="Yellow500">
      <a:srgbClr val="AEA633"/>
    </a:custClr>
    <a:custClr name="Grey500">
      <a:srgbClr val="78787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movio-Orange">
      <a:srgbClr val="FF4208"/>
    </a:custClr>
    <a:custClr name="Aumovio-Purple">
      <a:srgbClr val="4827AF"/>
    </a:custClr>
    <a:custClr name="Blue400">
      <a:srgbClr val="18A9E7"/>
    </a:custClr>
    <a:custClr name="Turquoise400">
      <a:srgbClr val="12CAAE"/>
    </a:custClr>
    <a:custClr name="Yellow400">
      <a:srgbClr val="CEC43A"/>
    </a:custClr>
    <a:custClr name="Grey400">
      <a:srgbClr val="AAAAA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300">
      <a:srgbClr val="FF693B"/>
    </a:custClr>
    <a:custClr name="Purple300">
      <a:srgbClr val="5C37D2"/>
    </a:custClr>
    <a:custClr name="Blue300">
      <a:srgbClr val="46BAEC"/>
    </a:custClr>
    <a:custClr name="Turquoise300">
      <a:srgbClr val="12E3C3"/>
    </a:custClr>
    <a:custClr name="Yellow300">
      <a:srgbClr val="D8D063"/>
    </a:custClr>
    <a:custClr name="Grey300">
      <a:srgbClr val="C8C8C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200">
      <a:srgbClr val="FF906E"/>
    </a:custClr>
    <a:custClr name="Purple200">
      <a:srgbClr val="7E60DC"/>
    </a:custClr>
    <a:custClr name="Blue200">
      <a:srgbClr val="75CCF0"/>
    </a:custClr>
    <a:custClr name="Turquoise200">
      <a:srgbClr val="68F3DE"/>
    </a:custClr>
    <a:custClr name="Yellow200">
      <a:srgbClr val="E2DD8C"/>
    </a:custClr>
    <a:custClr name="Grey2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100">
      <a:srgbClr val="FFB7A1"/>
    </a:custClr>
    <a:custClr name="Purple100">
      <a:srgbClr val="A08AE5"/>
    </a:custClr>
    <a:custClr name="Blue100">
      <a:srgbClr val="A3DDF5"/>
    </a:custClr>
    <a:custClr name="Turquoise100">
      <a:srgbClr val="A1F7EA"/>
    </a:custClr>
    <a:custClr name="Yellow100">
      <a:srgbClr val="ECE9B5"/>
    </a:custClr>
    <a:custClr name="Grey100">
      <a:srgbClr val="F0F0F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a8ef08-ea67-4c2b-a6ce-8d5b781f9f31">
      <Terms xmlns="http://schemas.microsoft.com/office/infopath/2007/PartnerControls"/>
    </lcf76f155ced4ddcb4097134ff3c332f>
    <TaxCatchAll xmlns="2c81bb8b-089d-446b-8285-e39ccac0a79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CBE18D8C67184B9167F31B8D0B7EE9" ma:contentTypeVersion="18" ma:contentTypeDescription="Create a new document." ma:contentTypeScope="" ma:versionID="810fd6b3c78e2699dea64c952d71b609">
  <xsd:schema xmlns:xsd="http://www.w3.org/2001/XMLSchema" xmlns:xs="http://www.w3.org/2001/XMLSchema" xmlns:p="http://schemas.microsoft.com/office/2006/metadata/properties" xmlns:ns2="37a8ef08-ea67-4c2b-a6ce-8d5b781f9f31" xmlns:ns3="2c81bb8b-089d-446b-8285-e39ccac0a790" targetNamespace="http://schemas.microsoft.com/office/2006/metadata/properties" ma:root="true" ma:fieldsID="07e2533b6556c44f00fc2221038674d0" ns2:_="" ns3:_="">
    <xsd:import namespace="37a8ef08-ea67-4c2b-a6ce-8d5b781f9f31"/>
    <xsd:import namespace="2c81bb8b-089d-446b-8285-e39ccac0a7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8ef08-ea67-4c2b-a6ce-8d5b781f9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eda2b84-7b9c-4109-bb73-211c9f8484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1bb8b-089d-446b-8285-e39ccac0a7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4e15ac1-41d7-48ce-8f7f-afdbc6690e48}" ma:internalName="TaxCatchAll" ma:showField="CatchAllData" ma:web="2c81bb8b-089d-446b-8285-e39ccac0a7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8E378F-EB08-4130-BF23-7D72576B4FDD}">
  <ds:schemaRefs>
    <ds:schemaRef ds:uri="http://purl.org/dc/terms/"/>
    <ds:schemaRef ds:uri="http://schemas.microsoft.com/office/2006/documentManagement/types"/>
    <ds:schemaRef ds:uri="09be40bf-1bad-46a5-be7b-971a76791ad1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b20ea1a6-ac33-4a38-8d5f-f387f3a78e16"/>
    <ds:schemaRef ds:uri="http://schemas.microsoft.com/office/infopath/2007/PartnerControls"/>
    <ds:schemaRef ds:uri="http://www.w3.org/XML/1998/namespace"/>
    <ds:schemaRef ds:uri="http://purl.org/dc/dcmitype/"/>
    <ds:schemaRef ds:uri="37a8ef08-ea67-4c2b-a6ce-8d5b781f9f31"/>
    <ds:schemaRef ds:uri="2c81bb8b-089d-446b-8285-e39ccac0a790"/>
  </ds:schemaRefs>
</ds:datastoreItem>
</file>

<file path=customXml/itemProps2.xml><?xml version="1.0" encoding="utf-8"?>
<ds:datastoreItem xmlns:ds="http://schemas.openxmlformats.org/officeDocument/2006/customXml" ds:itemID="{7227FB15-8E0A-41D9-BD5E-434CECE03D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8ef08-ea67-4c2b-a6ce-8d5b781f9f31"/>
    <ds:schemaRef ds:uri="2c81bb8b-089d-446b-8285-e39ccac0a7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0A995E-CB7A-4B5C-AB34-5D14EEB5696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bd97919-57c3-48d3-9e9a-8e4c01614a8f}" enabled="0" method="" siteId="{3bd97919-57c3-48d3-9e9a-8e4c01614a8f}" removed="1"/>
  <clbl:label id="{48ba6b24-17fa-432b-86cc-f98858b9f786}" enabled="1" method="Privilege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25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AUMOVIO Office</vt:lpstr>
      <vt:lpstr>Symbol</vt:lpstr>
      <vt:lpstr>AUMOVIO SE 2025, 16x9</vt:lpstr>
      <vt:lpstr>The Adaptive Powerhouse for Future Mobility</vt:lpstr>
      <vt:lpstr>PowerPoint Presentation</vt:lpstr>
      <vt:lpstr>The company</vt:lpstr>
      <vt:lpstr>Inspired by Future. Driven by Technology.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Löwer</dc:creator>
  <cp:lastModifiedBy>Xu, Yang03</cp:lastModifiedBy>
  <cp:revision>7</cp:revision>
  <dcterms:created xsi:type="dcterms:W3CDTF">2025-06-23T09:48:51Z</dcterms:created>
  <dcterms:modified xsi:type="dcterms:W3CDTF">2026-09-08T02:48:14Z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0x01010080CBE18D8C67184B9167F31B8D0B7EE9</vt:lpwstr>
  </property>
  <property fmtid="{D5CDD505-2E9C-101B-9397-08002B2CF9AE}" pid="3" name="MediaServiceImageTags">
    <vt:lpwstr/>
  </property>
  <property fmtid="{D5CDD505-2E9C-101B-9397-08002B2CF9AE}" pid="4" name="MSIP_Label_8e19d756-792e-42a1-bcad-4cb9051ddd2d_Enabled">
    <vt:lpwstr>true</vt:lpwstr>
  </property>
  <property fmtid="{D5CDD505-2E9C-101B-9397-08002B2CF9AE}" pid="5" name="MSIP_Label_8e19d756-792e-42a1-bcad-4cb9051ddd2d_SetDate">
    <vt:lpwstr>2025-08-19T09:41:37Z</vt:lpwstr>
  </property>
  <property fmtid="{D5CDD505-2E9C-101B-9397-08002B2CF9AE}" pid="6" name="MSIP_Label_8e19d756-792e-42a1-bcad-4cb9051ddd2d_Method">
    <vt:lpwstr>Standard</vt:lpwstr>
  </property>
  <property fmtid="{D5CDD505-2E9C-101B-9397-08002B2CF9AE}" pid="7" name="MSIP_Label_8e19d756-792e-42a1-bcad-4cb9051ddd2d_Name">
    <vt:lpwstr>Confidential</vt:lpwstr>
  </property>
  <property fmtid="{D5CDD505-2E9C-101B-9397-08002B2CF9AE}" pid="8" name="MSIP_Label_8e19d756-792e-42a1-bcad-4cb9051ddd2d_SiteId">
    <vt:lpwstr>41eb501a-f671-4ce0-a5bf-b64168c3705f</vt:lpwstr>
  </property>
  <property fmtid="{D5CDD505-2E9C-101B-9397-08002B2CF9AE}" pid="9" name="MSIP_Label_8e19d756-792e-42a1-bcad-4cb9051ddd2d_ActionId">
    <vt:lpwstr>a351c997-5f14-42da-a487-a66a4597557b</vt:lpwstr>
  </property>
  <property fmtid="{D5CDD505-2E9C-101B-9397-08002B2CF9AE}" pid="10" name="MSIP_Label_8e19d756-792e-42a1-bcad-4cb9051ddd2d_ContentBits">
    <vt:lpwstr>2</vt:lpwstr>
  </property>
  <property fmtid="{D5CDD505-2E9C-101B-9397-08002B2CF9AE}" pid="11" name="MSIP_Label_8e19d756-792e-42a1-bcad-4cb9051ddd2d_Tag">
    <vt:lpwstr>10, 3, 0, 2</vt:lpwstr>
  </property>
  <property fmtid="{D5CDD505-2E9C-101B-9397-08002B2CF9AE}" pid="12" name="ClassificationContentMarkingFooterLocations">
    <vt:lpwstr>AUMOVIO SE 2025, 16x9:9</vt:lpwstr>
  </property>
  <property fmtid="{D5CDD505-2E9C-101B-9397-08002B2CF9AE}" pid="13" name="ClassificationContentMarkingFooterText">
    <vt:lpwstr>Public</vt:lpwstr>
  </property>
</Properties>
</file>